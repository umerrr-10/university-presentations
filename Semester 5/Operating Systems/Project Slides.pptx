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31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627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821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85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550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880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1875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3531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140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051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255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03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93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65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57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354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635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87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5654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236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888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44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3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Process Survival Game — Project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Systems practical project demonstrating process behavior, resource management, and memory handling via a C-based grid survival game.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1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8424" y="3242786"/>
            <a:ext cx="5203269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Team &amp; Submission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8424" y="4179570"/>
            <a:ext cx="6491288" cy="2042636"/>
          </a:xfrm>
          <a:prstGeom prst="roundRect">
            <a:avLst>
              <a:gd name="adj" fmla="val 1528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936546" y="4387691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Group Members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6546" y="4827389"/>
            <a:ext cx="607504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Umer (23010112-005)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6546" y="5261134"/>
            <a:ext cx="607504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Irtisam (23010112-006)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6546" y="5694878"/>
            <a:ext cx="607504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Rizwa Asad (23010112-016)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0688" y="4179570"/>
            <a:ext cx="6491288" cy="2042636"/>
          </a:xfrm>
          <a:prstGeom prst="roundRect">
            <a:avLst>
              <a:gd name="adj" fmla="val 1528"/>
            </a:avLst>
          </a:prstGeom>
          <a:solidFill>
            <a:srgbClr val="EDEBE3"/>
          </a:solidFill>
          <a:ln/>
        </p:spPr>
      </p:sp>
      <p:sp>
        <p:nvSpPr>
          <p:cNvPr id="10" name="Text 7"/>
          <p:cNvSpPr/>
          <p:nvPr/>
        </p:nvSpPr>
        <p:spPr>
          <a:xfrm>
            <a:off x="7618809" y="4387691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Course Details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18809" y="4827389"/>
            <a:ext cx="607504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 BS AI · Section: Blue · Submitted to: Mam Wajeeha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8424" y="6413183"/>
            <a:ext cx="13173551" cy="1175147"/>
          </a:xfrm>
          <a:prstGeom prst="roundRect">
            <a:avLst>
              <a:gd name="adj" fmla="val 2657"/>
            </a:avLst>
          </a:prstGeom>
          <a:solidFill>
            <a:srgbClr val="EDEBE3"/>
          </a:solidFill>
          <a:ln/>
        </p:spPr>
      </p:sp>
      <p:sp>
        <p:nvSpPr>
          <p:cNvPr id="13" name="Text 10"/>
          <p:cNvSpPr/>
          <p:nvPr/>
        </p:nvSpPr>
        <p:spPr>
          <a:xfrm>
            <a:off x="936546" y="6621304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6546" y="7061002"/>
            <a:ext cx="12757309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17/02/2026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8264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Game Environment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8753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world is a 15×15 grid. Symbols: . = empty, F = food, W = water, # = obstacle, P = player (process).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9641919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Mechanics — Player as a Process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6049" y="3334643"/>
            <a:ext cx="107037" cy="107037"/>
          </a:xfrm>
          <a:prstGeom prst="roundRect">
            <a:avLst>
              <a:gd name="adj" fmla="val 427142"/>
            </a:avLst>
          </a:prstGeom>
          <a:solidFill>
            <a:srgbClr val="28282F"/>
          </a:solidFill>
          <a:ln/>
        </p:spPr>
      </p:sp>
      <p:sp>
        <p:nvSpPr>
          <p:cNvPr id="5" name="Text 2"/>
          <p:cNvSpPr/>
          <p:nvPr/>
        </p:nvSpPr>
        <p:spPr>
          <a:xfrm>
            <a:off x="5845493" y="3220879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Initial State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845493" y="3758089"/>
            <a:ext cx="373999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= 30 · Water = 30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9838492" y="3334643"/>
            <a:ext cx="107037" cy="107037"/>
          </a:xfrm>
          <a:prstGeom prst="roundRect">
            <a:avLst>
              <a:gd name="adj" fmla="val 427142"/>
            </a:avLst>
          </a:prstGeom>
          <a:solidFill>
            <a:srgbClr val="28282F"/>
          </a:solidFill>
          <a:ln/>
        </p:spPr>
      </p:sp>
      <p:sp>
        <p:nvSpPr>
          <p:cNvPr id="8" name="Text 5"/>
          <p:cNvSpPr/>
          <p:nvPr/>
        </p:nvSpPr>
        <p:spPr>
          <a:xfrm>
            <a:off x="10147935" y="3220879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Consumption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147935" y="3758089"/>
            <a:ext cx="374011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move consumes 1 food and 1 water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536049" y="4943415"/>
            <a:ext cx="107037" cy="107037"/>
          </a:xfrm>
          <a:prstGeom prst="roundRect">
            <a:avLst>
              <a:gd name="adj" fmla="val 427142"/>
            </a:avLst>
          </a:prstGeom>
          <a:solidFill>
            <a:srgbClr val="28282F"/>
          </a:solidFill>
          <a:ln/>
        </p:spPr>
      </p:sp>
      <p:sp>
        <p:nvSpPr>
          <p:cNvPr id="11" name="Text 8"/>
          <p:cNvSpPr/>
          <p:nvPr/>
        </p:nvSpPr>
        <p:spPr>
          <a:xfrm>
            <a:off x="5845493" y="4829651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Resources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45493" y="5366861"/>
            <a:ext cx="804255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adds +10 food, W adds +10 water; consumed resources removed from the grid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644985"/>
            <a:ext cx="65820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Obstacles &amp; Termination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693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Obstacles (#) represent fatal system errors. Colliding with an obstacle immediately terminates the process—simulating illegal memory access or fatal system calls.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846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Memory Management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38943" y="2704267"/>
            <a:ext cx="4205168" cy="1821537"/>
          </a:xfrm>
          <a:prstGeom prst="roundRect">
            <a:avLst>
              <a:gd name="adj" fmla="val 186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96237" y="29615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Dynamic Allocation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96237" y="3542705"/>
            <a:ext cx="36905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malloc() used for world and seen grids — demonstrates heap usage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9638943" y="4752618"/>
            <a:ext cx="4205168" cy="1821537"/>
          </a:xfrm>
          <a:prstGeom prst="roundRect">
            <a:avLst>
              <a:gd name="adj" fmla="val 1868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96237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Cleanup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96237" y="5591056"/>
            <a:ext cx="36905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free() used at program end to avoid memory leaks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4553" y="508635"/>
            <a:ext cx="6651903" cy="55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Process Termination Conditions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507" y="1342192"/>
            <a:ext cx="9181148" cy="59687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44388" y="4577906"/>
            <a:ext cx="2758756" cy="34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Quit (q)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661026" y="2627619"/>
            <a:ext cx="2280571" cy="68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Resource Exhaustion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333954" y="4380961"/>
            <a:ext cx="2059871" cy="68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Obstacle Collision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857204" y="5742714"/>
            <a:ext cx="1937260" cy="34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Normal Exit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84553" y="7467481"/>
            <a:ext cx="12261175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conditions mirror real OS termination triggers: user request, resource exhaustion, fatal errors, and normal shutdown.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6874312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Controls &amp; Interaction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6049" y="2420660"/>
            <a:ext cx="8351996" cy="3564255"/>
          </a:xfrm>
          <a:prstGeom prst="roundRect">
            <a:avLst>
              <a:gd name="adj" fmla="val 9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43669" y="2428280"/>
            <a:ext cx="833675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757863" y="2557343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62699" y="2557343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543669" y="3019782"/>
            <a:ext cx="833675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57863" y="3148846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62699" y="3148846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up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543669" y="3611285"/>
            <a:ext cx="833675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757863" y="3740348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262699" y="3740348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down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5543669" y="4202787"/>
            <a:ext cx="833675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757863" y="4331851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262699" y="4331851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left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543669" y="4794290"/>
            <a:ext cx="8336756" cy="5915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757863" y="4923353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262699" y="4923353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right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5543669" y="5385792"/>
            <a:ext cx="8336756" cy="5915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757863" y="5514856"/>
            <a:ext cx="206883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8262699" y="5514856"/>
            <a:ext cx="540353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Quit game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5536049" y="621256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refreshes after each move; terminal cleared for real-time feel. Status shows steps, remaining food, and water.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5417"/>
            <a:ext cx="75266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OS Concepts Demonstrated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47824"/>
            <a:ext cx="670560" cy="67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7838" y="3547824"/>
            <a:ext cx="20939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Process Execution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47838" y="4392573"/>
            <a:ext cx="20939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movement models running processes.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547824"/>
            <a:ext cx="670560" cy="67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325" y="3547824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Resource Allocation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79325" y="4392573"/>
            <a:ext cx="20940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and water simulate allocated resources.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547824"/>
            <a:ext cx="670560" cy="670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0932" y="3547824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Memory Management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410932" y="4392573"/>
            <a:ext cx="20940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malloc/free illustrate heap allocation and cleanup.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547824"/>
            <a:ext cx="670560" cy="670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42539" y="3547824"/>
            <a:ext cx="2094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742539" y="4038243"/>
            <a:ext cx="20940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visibility models process isolation and seen grid.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278" y="2167652"/>
            <a:ext cx="7165896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&amp; Future Enhancements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58278" y="3031569"/>
            <a:ext cx="3830598" cy="2887504"/>
          </a:xfrm>
          <a:prstGeom prst="roundRect">
            <a:avLst>
              <a:gd name="adj" fmla="val 882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1458278" y="3031569"/>
            <a:ext cx="3830598" cy="1443752"/>
          </a:xfrm>
          <a:prstGeom prst="roundRect">
            <a:avLst>
              <a:gd name="adj" fmla="val 1764"/>
            </a:avLst>
          </a:prstGeom>
          <a:solidFill>
            <a:srgbClr val="EDEBE3"/>
          </a:solidFill>
          <a:ln/>
        </p:spPr>
      </p:sp>
      <p:sp>
        <p:nvSpPr>
          <p:cNvPr id="5" name="Text 3"/>
          <p:cNvSpPr/>
          <p:nvPr/>
        </p:nvSpPr>
        <p:spPr>
          <a:xfrm>
            <a:off x="1627942" y="3201233"/>
            <a:ext cx="2122051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27942" y="3593425"/>
            <a:ext cx="3491270" cy="71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simulation bridges OS theory and practice by modeling lifecycle, resource control, and memory usage.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58278" y="4475321"/>
            <a:ext cx="3830598" cy="1443752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8" name="Shape 6"/>
          <p:cNvSpPr/>
          <p:nvPr/>
        </p:nvSpPr>
        <p:spPr>
          <a:xfrm>
            <a:off x="1458278" y="4475321"/>
            <a:ext cx="3830598" cy="22860"/>
          </a:xfrm>
          <a:prstGeom prst="roundRect">
            <a:avLst>
              <a:gd name="adj" fmla="val 111396"/>
            </a:avLst>
          </a:prstGeom>
          <a:solidFill>
            <a:srgbClr val="D3D1C9"/>
          </a:solidFill>
          <a:ln/>
        </p:spPr>
      </p:sp>
      <p:sp>
        <p:nvSpPr>
          <p:cNvPr id="9" name="Text 7"/>
          <p:cNvSpPr/>
          <p:nvPr/>
        </p:nvSpPr>
        <p:spPr>
          <a:xfrm>
            <a:off x="1627942" y="4644985"/>
            <a:ext cx="2122051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Ideas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27942" y="5037177"/>
            <a:ext cx="3491270" cy="71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processes, scheduling (FCFS, Round Robin), priority survival, save/load state, and graphical UI.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15" y="3278267"/>
            <a:ext cx="2394109" cy="2394109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055" y="3278267"/>
            <a:ext cx="2394109" cy="2394109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7895" y="3278267"/>
            <a:ext cx="2394109" cy="23941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374</Words>
  <Application>Microsoft Office PowerPoint</Application>
  <PresentationFormat>Custom</PresentationFormat>
  <Paragraphs>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DM Sans Medium</vt:lpstr>
      <vt:lpstr>Inter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Muhammad Irtisam</cp:lastModifiedBy>
  <cp:revision>2</cp:revision>
  <dcterms:created xsi:type="dcterms:W3CDTF">2026-02-16T18:00:49Z</dcterms:created>
  <dcterms:modified xsi:type="dcterms:W3CDTF">2026-02-16T18:05:45Z</dcterms:modified>
</cp:coreProperties>
</file>