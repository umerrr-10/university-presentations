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Lora" panose="020B0604020202020204" charset="0"/>
      <p:regular r:id="rId19"/>
    </p:embeddedFont>
    <p:embeddedFont>
      <p:font typeface="Source Sans 3" panose="020B0604020202020204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4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228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766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3058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008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438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1567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544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5046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608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9474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441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5525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07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1488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640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965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552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106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913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6772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3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26-Feb-26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6029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6567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Project: Intel Image Classification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2376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Name : Muhammad </a:t>
            </a:r>
            <a:r>
              <a:rPr lang="en-US" sz="18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Umer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Muhammad </a:t>
            </a:r>
            <a:r>
              <a:rPr lang="en-US" sz="185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Irtisam</a:t>
            </a:r>
            <a:endParaRPr lang="en-US" sz="1850" dirty="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</a:rPr>
              <a:t>Roll # : 23010112-005 &amp; 23010112-006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8619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Overview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18385"/>
            <a:ext cx="8216265" cy="4655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9142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facts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45491" y="3505557"/>
            <a:ext cx="41546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images: ~17,000. Train ~14,000 | Test ~3,000. Six classes: Buildings, Forest, Glacier, Mountain, Sea, Street. Data structured by class folders for easy Keras loading.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45491" y="5636062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Kaggle — puneet6060 / intel-image-classification.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53185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Preprocessing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594848"/>
            <a:ext cx="2329934" cy="2506266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2834164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Resize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3329702"/>
            <a:ext cx="18513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Images resized (e.g., 128×128) for fixed input and faster training.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893373" y="2594848"/>
            <a:ext cx="2329934" cy="2506266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9132689" y="2834164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Normalize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32689" y="3329702"/>
            <a:ext cx="18513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Pixel values scaled 0–255 → 0–1 to stabilize training.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1462623" y="2594848"/>
            <a:ext cx="2329934" cy="2506266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11701939" y="2834164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Duplicates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1939" y="3329702"/>
            <a:ext cx="18513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 duplicates to prevent bias and overfitting.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6324124" y="5340429"/>
            <a:ext cx="7468433" cy="1357193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6563439" y="55797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Augmentation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63439" y="6075283"/>
            <a:ext cx="6989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Rotate, zoom, flip, shift to increase diversity and robustness.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8619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Modeling Pipeline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18385"/>
            <a:ext cx="8216265" cy="4655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444115"/>
            <a:ext cx="4154686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Models implemented: ANN, LeNet-5, AlexNet, Custom CNN, VGG16 (transfer learning). Training setup: categorical crossentropy, Adam optimizer, track accuracy. Evaluation: accuracy, precision, recall, F1-score.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9645491" y="5011460"/>
            <a:ext cx="4154686" cy="1783199"/>
          </a:xfrm>
          <a:prstGeom prst="roundRect">
            <a:avLst>
              <a:gd name="adj" fmla="val 2014"/>
            </a:avLst>
          </a:prstGeom>
          <a:solidFill>
            <a:srgbClr val="49042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4807" y="5360194"/>
            <a:ext cx="299204" cy="2393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23327" y="5310545"/>
            <a:ext cx="3137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validation set for tuning; test set reserved for final evaluation.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8619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ANN: Baseline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18385"/>
            <a:ext cx="8216265" cy="46558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914293"/>
            <a:ext cx="29410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&amp; Results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45491" y="3505557"/>
            <a:ext cx="415468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Flatten → Dense(ReLU) → Dense(ReLU) → Softmax. Performance: moderate training accuracy, low validation accuracy. Metrics: lowest accuracy, precision, recall, F1.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45491" y="5636062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Limitation: ignores spatial structure in images.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701052"/>
            <a:ext cx="1167729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Convolutional Models: LeNet &amp; Custom CNN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883819"/>
            <a:ext cx="1834991" cy="11340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919" y="38838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LeNet-5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971919" y="4379357"/>
            <a:ext cx="419361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Classic CNN: conv → pool → dense. Improved accuracy over ANN by capturing spatial features.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743" y="3883819"/>
            <a:ext cx="1834991" cy="11340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8938" y="38838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 CNN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8938" y="4379357"/>
            <a:ext cx="419373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Tailored depth and filters for dataset. Performance: better than ANN and LeNet; robust feature learning.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693" y="613410"/>
            <a:ext cx="6916817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Architectures: AlexNet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93" y="1814989"/>
            <a:ext cx="4220408" cy="5627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2837" y="3845362"/>
            <a:ext cx="830437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AlexNet: deeper conv stack, multiple filters and fully connected layers. Results: significantly higher accuracy, stable validation performance. Metrics: high precision, recall, F1. Training shows steady accuracy increase and stable validation curves.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552837" y="5066824"/>
            <a:ext cx="830437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Improvements: add batch normalization, longer training.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17257"/>
            <a:ext cx="691907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VGG16 (Transfer Learning)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880247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Pretrained on ImageNet; frozen base + custom classifier. Achieved highest accuracy, precision, recall, and F1. Fast convergence and stable validation. Best feature extraction due to pretrained filters. Recommended next steps: fine-tune deeper layers and extend training.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3579"/>
            <a:ext cx="661332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&amp; Comparison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345769"/>
            <a:ext cx="8216265" cy="4601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3497223"/>
            <a:ext cx="4154686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Summary: ANN (lowest), LeNet (medium), Custom CNN (high), AlexNet (higher), VGG16 (highest). CNNs outperform ANN because they extract edges, patterns, and shapes—spatial features crucial for images.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592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8556" y="3617833"/>
            <a:ext cx="6646426" cy="696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Conclusions &amp; Next Steps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28556" y="4665226"/>
            <a:ext cx="4168378" cy="2905720"/>
          </a:xfrm>
          <a:prstGeom prst="roundRect">
            <a:avLst>
              <a:gd name="adj" fmla="val 1222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5732" y="4932402"/>
            <a:ext cx="2785229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95732" y="5420797"/>
            <a:ext cx="3634026" cy="150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VGG16 (transfer learning) produced the best results: top accuracy and metrics due to pretrained feature extraction.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1011" y="4665226"/>
            <a:ext cx="4168378" cy="2905720"/>
          </a:xfrm>
          <a:prstGeom prst="roundRect">
            <a:avLst>
              <a:gd name="adj" fmla="val 1222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98187" y="4932402"/>
            <a:ext cx="2785229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Future Work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498187" y="5420797"/>
            <a:ext cx="3634026" cy="188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Try ResNet50 / EfficientNet, expand dataset, fine-tune pretrained layers, hyperparameter optimization, add confusion matrices and exact performance tables.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33466" y="4665226"/>
            <a:ext cx="4168378" cy="2905720"/>
          </a:xfrm>
          <a:prstGeom prst="roundRect">
            <a:avLst>
              <a:gd name="adj" fmla="val 1222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00642" y="4932402"/>
            <a:ext cx="2785229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Visuals to Add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900642" y="5420797"/>
            <a:ext cx="3634026" cy="150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Training accuracy/loss and per-model precision/recall/F1 graphs; optionally include code snippets and confusion matrices.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509</Words>
  <Application>Microsoft Office PowerPoint</Application>
  <PresentationFormat>Custom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Lora</vt:lpstr>
      <vt:lpstr>Calibri</vt:lpstr>
      <vt:lpstr>Arial</vt:lpstr>
      <vt:lpstr>Source Sans 3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3</cp:revision>
  <dcterms:created xsi:type="dcterms:W3CDTF">2026-02-19T01:39:03Z</dcterms:created>
  <dcterms:modified xsi:type="dcterms:W3CDTF">2026-02-26T07:52:06Z</dcterms:modified>
</cp:coreProperties>
</file>