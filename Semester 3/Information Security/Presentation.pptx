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1" r:id="rId2"/>
    <p:sldMasterId id="2147483673" r:id="rId3"/>
  </p:sldMasterIdLst>
  <p:notesMasterIdLst>
    <p:notesMasterId r:id="rId15"/>
  </p:notesMasterIdLst>
  <p:sldIdLst>
    <p:sldId id="349" r:id="rId4"/>
    <p:sldId id="353" r:id="rId5"/>
    <p:sldId id="352" r:id="rId6"/>
    <p:sldId id="356" r:id="rId7"/>
    <p:sldId id="357" r:id="rId8"/>
    <p:sldId id="358" r:id="rId9"/>
    <p:sldId id="359" r:id="rId10"/>
    <p:sldId id="360" r:id="rId11"/>
    <p:sldId id="361" r:id="rId12"/>
    <p:sldId id="362" r:id="rId13"/>
    <p:sldId id="311"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6" userDrawn="1">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15F70"/>
    <a:srgbClr val="AAA591"/>
    <a:srgbClr val="1E1E1E"/>
    <a:srgbClr val="4B4B4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showGuides="1">
      <p:cViewPr>
        <p:scale>
          <a:sx n="66" d="100"/>
          <a:sy n="66" d="100"/>
        </p:scale>
        <p:origin x="900" y="198"/>
      </p:cViewPr>
      <p:guideLst>
        <p:guide orient="horz" pos="2136"/>
        <p:guide pos="384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theme" Target="theme/theme1.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AAF045-FEF6-43EA-9CDC-C84FC3F85E9C}" type="datetimeFigureOut">
              <a:rPr lang="en-US" smtClean="0"/>
              <a:t>1/19/2025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2F1279-6CE4-4169-83D3-4483097B6907}" type="slidenum">
              <a:rPr lang="en-US" smtClean="0"/>
              <a:t>‹#›</a:t>
            </a:fld>
            <a:endParaRPr lang="en-US"/>
          </a:p>
        </p:txBody>
      </p:sp>
    </p:spTree>
    <p:extLst>
      <p:ext uri="{BB962C8B-B14F-4D97-AF65-F5344CB8AC3E}">
        <p14:creationId xmlns:p14="http://schemas.microsoft.com/office/powerpoint/2010/main" val="14055899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76917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End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06671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s slide layout">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23DE32A5-6181-4C51-AD5C-3F1A448478A1}"/>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18993242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ontents slide layout">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23DE32A5-6181-4C51-AD5C-3F1A448478A1}"/>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34496944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Contents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8394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Agenda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23200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Taam slide layout">
    <p:spTree>
      <p:nvGrpSpPr>
        <p:cNvPr id="1" name=""/>
        <p:cNvGrpSpPr/>
        <p:nvPr/>
      </p:nvGrpSpPr>
      <p:grpSpPr>
        <a:xfrm>
          <a:off x="0" y="0"/>
          <a:ext cx="0" cy="0"/>
          <a:chOff x="0" y="0"/>
          <a:chExt cx="0" cy="0"/>
        </a:xfrm>
      </p:grpSpPr>
      <p:sp>
        <p:nvSpPr>
          <p:cNvPr id="3" name="Text Placeholder 9">
            <a:extLst>
              <a:ext uri="{FF2B5EF4-FFF2-40B4-BE49-F238E27FC236}">
                <a16:creationId xmlns:a16="http://schemas.microsoft.com/office/drawing/2014/main" id="{EF70765A-4598-4D75-8EBE-B820808F6559}"/>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Our Team LAYOUT</a:t>
            </a:r>
          </a:p>
        </p:txBody>
      </p:sp>
      <p:sp>
        <p:nvSpPr>
          <p:cNvPr id="4" name="Picture Placeholder 2">
            <a:extLst>
              <a:ext uri="{FF2B5EF4-FFF2-40B4-BE49-F238E27FC236}">
                <a16:creationId xmlns:a16="http://schemas.microsoft.com/office/drawing/2014/main" id="{CB93A692-6FE4-459D-971B-4D9666573565}"/>
              </a:ext>
            </a:extLst>
          </p:cNvPr>
          <p:cNvSpPr>
            <a:spLocks noGrp="1"/>
          </p:cNvSpPr>
          <p:nvPr>
            <p:ph type="pic" idx="15" hasCustomPrompt="1"/>
          </p:nvPr>
        </p:nvSpPr>
        <p:spPr>
          <a:xfrm>
            <a:off x="3650190" y="1769412"/>
            <a:ext cx="2124000" cy="2095028"/>
          </a:xfrm>
          <a:prstGeom prst="rect">
            <a:avLst/>
          </a:prstGeom>
          <a:solidFill>
            <a:schemeClr val="bg1">
              <a:lumMod val="95000"/>
            </a:schemeClr>
          </a:solidFill>
          <a:ln w="127000">
            <a:noFill/>
          </a:ln>
        </p:spPr>
        <p:txBody>
          <a:bodyPr anchor="ctr"/>
          <a:lstStyle>
            <a:lvl1pPr marL="0" indent="0" algn="ctr">
              <a:buNone/>
              <a:defRPr sz="1200">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a:t>
            </a:r>
            <a:endParaRPr lang="ko-KR" altLang="en-US" dirty="0"/>
          </a:p>
        </p:txBody>
      </p:sp>
      <p:sp>
        <p:nvSpPr>
          <p:cNvPr id="5" name="Picture Placeholder 2">
            <a:extLst>
              <a:ext uri="{FF2B5EF4-FFF2-40B4-BE49-F238E27FC236}">
                <a16:creationId xmlns:a16="http://schemas.microsoft.com/office/drawing/2014/main" id="{CE149D9E-74F2-422A-9403-DE25D7880EE3}"/>
              </a:ext>
            </a:extLst>
          </p:cNvPr>
          <p:cNvSpPr>
            <a:spLocks noGrp="1"/>
          </p:cNvSpPr>
          <p:nvPr>
            <p:ph type="pic" idx="16" hasCustomPrompt="1"/>
          </p:nvPr>
        </p:nvSpPr>
        <p:spPr>
          <a:xfrm>
            <a:off x="6403397" y="1769412"/>
            <a:ext cx="2124000" cy="2095028"/>
          </a:xfrm>
          <a:prstGeom prst="rect">
            <a:avLst/>
          </a:prstGeom>
          <a:solidFill>
            <a:schemeClr val="bg1">
              <a:lumMod val="95000"/>
            </a:schemeClr>
          </a:solidFill>
          <a:ln w="127000">
            <a:noFill/>
          </a:ln>
        </p:spPr>
        <p:txBody>
          <a:bodyPr anchor="ctr"/>
          <a:lstStyle>
            <a:lvl1pPr marL="0" indent="0" algn="ctr">
              <a:buNone/>
              <a:defRPr sz="1200">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a:t>
            </a:r>
            <a:endParaRPr lang="ko-KR" altLang="en-US" dirty="0"/>
          </a:p>
        </p:txBody>
      </p:sp>
      <p:sp>
        <p:nvSpPr>
          <p:cNvPr id="6" name="Picture Placeholder 2">
            <a:extLst>
              <a:ext uri="{FF2B5EF4-FFF2-40B4-BE49-F238E27FC236}">
                <a16:creationId xmlns:a16="http://schemas.microsoft.com/office/drawing/2014/main" id="{0B5A09A4-9D5C-43E2-B67D-0F7F764E33B2}"/>
              </a:ext>
            </a:extLst>
          </p:cNvPr>
          <p:cNvSpPr>
            <a:spLocks noGrp="1"/>
          </p:cNvSpPr>
          <p:nvPr>
            <p:ph type="pic" idx="17" hasCustomPrompt="1"/>
          </p:nvPr>
        </p:nvSpPr>
        <p:spPr>
          <a:xfrm>
            <a:off x="9156603" y="1769412"/>
            <a:ext cx="2124000" cy="2095028"/>
          </a:xfrm>
          <a:prstGeom prst="rect">
            <a:avLst/>
          </a:prstGeom>
          <a:solidFill>
            <a:schemeClr val="bg1">
              <a:lumMod val="95000"/>
            </a:schemeClr>
          </a:solidFill>
          <a:ln w="127000">
            <a:noFill/>
          </a:ln>
        </p:spPr>
        <p:txBody>
          <a:bodyPr anchor="ctr"/>
          <a:lstStyle>
            <a:lvl1pPr marL="0" indent="0" algn="ctr">
              <a:buNone/>
              <a:defRPr sz="1200">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a:t>
            </a:r>
            <a:endParaRPr lang="ko-KR" altLang="en-US" dirty="0"/>
          </a:p>
        </p:txBody>
      </p:sp>
      <p:sp>
        <p:nvSpPr>
          <p:cNvPr id="7" name="Picture Placeholder 2">
            <a:extLst>
              <a:ext uri="{FF2B5EF4-FFF2-40B4-BE49-F238E27FC236}">
                <a16:creationId xmlns:a16="http://schemas.microsoft.com/office/drawing/2014/main" id="{63E81662-E3DD-4893-A0D0-8BE33B2D3F55}"/>
              </a:ext>
            </a:extLst>
          </p:cNvPr>
          <p:cNvSpPr>
            <a:spLocks noGrp="1"/>
          </p:cNvSpPr>
          <p:nvPr>
            <p:ph type="pic" idx="18" hasCustomPrompt="1"/>
          </p:nvPr>
        </p:nvSpPr>
        <p:spPr>
          <a:xfrm>
            <a:off x="896983" y="1769412"/>
            <a:ext cx="2124000" cy="2095028"/>
          </a:xfrm>
          <a:prstGeom prst="rect">
            <a:avLst/>
          </a:prstGeom>
          <a:solidFill>
            <a:schemeClr val="bg1">
              <a:lumMod val="95000"/>
            </a:schemeClr>
          </a:solidFill>
          <a:ln w="127000">
            <a:noFill/>
          </a:ln>
        </p:spPr>
        <p:txBody>
          <a:bodyPr anchor="ctr"/>
          <a:lstStyle>
            <a:lvl1pPr marL="0" indent="0" algn="ctr">
              <a:buNone/>
              <a:defRPr sz="1200">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7686641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04451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7_Contents slide layout">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4F949C55-7049-48E6-BF47-20C885196F95}"/>
              </a:ext>
            </a:extLst>
          </p:cNvPr>
          <p:cNvSpPr/>
          <p:nvPr userDrawn="1"/>
        </p:nvSpPr>
        <p:spPr>
          <a:xfrm>
            <a:off x="0" y="5724052"/>
            <a:ext cx="7228116" cy="530052"/>
          </a:xfrm>
          <a:prstGeom prst="ellipse">
            <a:avLst/>
          </a:prstGeom>
          <a:solidFill>
            <a:schemeClr val="tx1">
              <a:lumMod val="50000"/>
              <a:lumOff val="50000"/>
            </a:schemeClr>
          </a:solidFill>
          <a:ln>
            <a:noFill/>
          </a:ln>
          <a:effectLst>
            <a:softEdge rad="203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grpSp>
        <p:nvGrpSpPr>
          <p:cNvPr id="3" name="Group 2">
            <a:extLst>
              <a:ext uri="{FF2B5EF4-FFF2-40B4-BE49-F238E27FC236}">
                <a16:creationId xmlns:a16="http://schemas.microsoft.com/office/drawing/2014/main" id="{5B6E9378-3AE8-4175-BFF9-D4A80A07DBEA}"/>
              </a:ext>
            </a:extLst>
          </p:cNvPr>
          <p:cNvGrpSpPr/>
          <p:nvPr userDrawn="1"/>
        </p:nvGrpSpPr>
        <p:grpSpPr>
          <a:xfrm>
            <a:off x="738218" y="2580613"/>
            <a:ext cx="6123410" cy="3364399"/>
            <a:chOff x="-548507" y="477868"/>
            <a:chExt cx="11570449" cy="6357177"/>
          </a:xfrm>
        </p:grpSpPr>
        <p:sp>
          <p:nvSpPr>
            <p:cNvPr id="4" name="Freeform: Shape 3">
              <a:extLst>
                <a:ext uri="{FF2B5EF4-FFF2-40B4-BE49-F238E27FC236}">
                  <a16:creationId xmlns:a16="http://schemas.microsoft.com/office/drawing/2014/main" id="{0910F74B-EC52-4773-BC59-A95B4A2C6E34}"/>
                </a:ext>
              </a:extLst>
            </p:cNvPr>
            <p:cNvSpPr/>
            <p:nvPr/>
          </p:nvSpPr>
          <p:spPr>
            <a:xfrm>
              <a:off x="-482765" y="6440599"/>
              <a:ext cx="11438966" cy="394446"/>
            </a:xfrm>
            <a:custGeom>
              <a:avLst/>
              <a:gdLst>
                <a:gd name="connsiteX0" fmla="*/ 1605439 w 1657350"/>
                <a:gd name="connsiteY0" fmla="*/ 54769 h 57150"/>
                <a:gd name="connsiteX1" fmla="*/ 1652111 w 1657350"/>
                <a:gd name="connsiteY1" fmla="*/ 22384 h 57150"/>
                <a:gd name="connsiteX2" fmla="*/ 1652111 w 1657350"/>
                <a:gd name="connsiteY2" fmla="*/ 22384 h 57150"/>
                <a:gd name="connsiteX3" fmla="*/ 1636871 w 1657350"/>
                <a:gd name="connsiteY3" fmla="*/ 7144 h 57150"/>
                <a:gd name="connsiteX4" fmla="*/ 44291 w 1657350"/>
                <a:gd name="connsiteY4" fmla="*/ 12859 h 57150"/>
                <a:gd name="connsiteX5" fmla="*/ 23336 w 1657350"/>
                <a:gd name="connsiteY5" fmla="*/ 12859 h 57150"/>
                <a:gd name="connsiteX6" fmla="*/ 7144 w 1657350"/>
                <a:gd name="connsiteY6" fmla="*/ 26194 h 57150"/>
                <a:gd name="connsiteX7" fmla="*/ 7144 w 1657350"/>
                <a:gd name="connsiteY7" fmla="*/ 26194 h 57150"/>
                <a:gd name="connsiteX8" fmla="*/ 50959 w 1657350"/>
                <a:gd name="connsiteY8" fmla="*/ 53816 h 57150"/>
                <a:gd name="connsiteX9" fmla="*/ 51911 w 1657350"/>
                <a:gd name="connsiteY9" fmla="*/ 54769 h 57150"/>
                <a:gd name="connsiteX10" fmla="*/ 51911 w 1657350"/>
                <a:gd name="connsiteY10" fmla="*/ 54769 h 57150"/>
                <a:gd name="connsiteX11" fmla="*/ 56674 w 1657350"/>
                <a:gd name="connsiteY11" fmla="*/ 54769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57350" h="57150">
                  <a:moveTo>
                    <a:pt x="1605439" y="54769"/>
                  </a:moveTo>
                  <a:cubicBezTo>
                    <a:pt x="1605439" y="54769"/>
                    <a:pt x="1638776" y="50959"/>
                    <a:pt x="1652111" y="22384"/>
                  </a:cubicBezTo>
                  <a:lnTo>
                    <a:pt x="1652111" y="22384"/>
                  </a:lnTo>
                  <a:cubicBezTo>
                    <a:pt x="1652111" y="13811"/>
                    <a:pt x="1645444" y="7144"/>
                    <a:pt x="1636871" y="7144"/>
                  </a:cubicBezTo>
                  <a:lnTo>
                    <a:pt x="44291" y="12859"/>
                  </a:lnTo>
                  <a:lnTo>
                    <a:pt x="23336" y="12859"/>
                  </a:lnTo>
                  <a:cubicBezTo>
                    <a:pt x="14764" y="12859"/>
                    <a:pt x="7144" y="18574"/>
                    <a:pt x="7144" y="26194"/>
                  </a:cubicBezTo>
                  <a:lnTo>
                    <a:pt x="7144" y="26194"/>
                  </a:lnTo>
                  <a:cubicBezTo>
                    <a:pt x="17621" y="45244"/>
                    <a:pt x="40481" y="51911"/>
                    <a:pt x="50959" y="53816"/>
                  </a:cubicBezTo>
                  <a:lnTo>
                    <a:pt x="51911" y="54769"/>
                  </a:lnTo>
                  <a:cubicBezTo>
                    <a:pt x="51911" y="54769"/>
                    <a:pt x="51911" y="54769"/>
                    <a:pt x="51911" y="54769"/>
                  </a:cubicBezTo>
                  <a:lnTo>
                    <a:pt x="56674" y="54769"/>
                  </a:lnTo>
                </a:path>
              </a:pathLst>
            </a:custGeom>
            <a:solidFill>
              <a:srgbClr val="5F6767"/>
            </a:solidFill>
            <a:ln w="9525" cap="flat">
              <a:noFill/>
              <a:prstDash val="solid"/>
              <a:miter/>
            </a:ln>
          </p:spPr>
          <p:txBody>
            <a:bodyPr rtlCol="0" anchor="ctr"/>
            <a:lstStyle/>
            <a:p>
              <a:endParaRPr lang="en-US"/>
            </a:p>
          </p:txBody>
        </p:sp>
        <p:sp>
          <p:nvSpPr>
            <p:cNvPr id="5" name="Freeform: Shape 4">
              <a:extLst>
                <a:ext uri="{FF2B5EF4-FFF2-40B4-BE49-F238E27FC236}">
                  <a16:creationId xmlns:a16="http://schemas.microsoft.com/office/drawing/2014/main" id="{7FF96CEC-5ECE-4416-AB10-FE34AE7BAF11}"/>
                </a:ext>
              </a:extLst>
            </p:cNvPr>
            <p:cNvSpPr/>
            <p:nvPr/>
          </p:nvSpPr>
          <p:spPr>
            <a:xfrm>
              <a:off x="700575" y="477868"/>
              <a:ext cx="9072285" cy="5916709"/>
            </a:xfrm>
            <a:custGeom>
              <a:avLst/>
              <a:gdLst>
                <a:gd name="connsiteX0" fmla="*/ 1311116 w 1314450"/>
                <a:gd name="connsiteY0" fmla="*/ 813911 h 857250"/>
                <a:gd name="connsiteX1" fmla="*/ 1281589 w 1314450"/>
                <a:gd name="connsiteY1" fmla="*/ 852964 h 857250"/>
                <a:gd name="connsiteX2" fmla="*/ 36671 w 1314450"/>
                <a:gd name="connsiteY2" fmla="*/ 852964 h 857250"/>
                <a:gd name="connsiteX3" fmla="*/ 7144 w 1314450"/>
                <a:gd name="connsiteY3" fmla="*/ 813911 h 857250"/>
                <a:gd name="connsiteX4" fmla="*/ 7144 w 1314450"/>
                <a:gd name="connsiteY4" fmla="*/ 46196 h 857250"/>
                <a:gd name="connsiteX5" fmla="*/ 36671 w 1314450"/>
                <a:gd name="connsiteY5" fmla="*/ 7144 h 857250"/>
                <a:gd name="connsiteX6" fmla="*/ 1281589 w 1314450"/>
                <a:gd name="connsiteY6" fmla="*/ 7144 h 857250"/>
                <a:gd name="connsiteX7" fmla="*/ 1311116 w 1314450"/>
                <a:gd name="connsiteY7" fmla="*/ 46196 h 857250"/>
                <a:gd name="connsiteX8" fmla="*/ 1311116 w 1314450"/>
                <a:gd name="connsiteY8" fmla="*/ 813911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4450" h="857250">
                  <a:moveTo>
                    <a:pt x="1311116" y="813911"/>
                  </a:moveTo>
                  <a:cubicBezTo>
                    <a:pt x="1311116" y="834866"/>
                    <a:pt x="1297781" y="852964"/>
                    <a:pt x="1281589" y="852964"/>
                  </a:cubicBezTo>
                  <a:lnTo>
                    <a:pt x="36671" y="852964"/>
                  </a:lnTo>
                  <a:cubicBezTo>
                    <a:pt x="20479" y="852964"/>
                    <a:pt x="7144" y="835819"/>
                    <a:pt x="7144" y="813911"/>
                  </a:cubicBezTo>
                  <a:lnTo>
                    <a:pt x="7144" y="46196"/>
                  </a:lnTo>
                  <a:cubicBezTo>
                    <a:pt x="7144" y="25241"/>
                    <a:pt x="20479" y="7144"/>
                    <a:pt x="36671" y="7144"/>
                  </a:cubicBezTo>
                  <a:lnTo>
                    <a:pt x="1281589" y="7144"/>
                  </a:lnTo>
                  <a:cubicBezTo>
                    <a:pt x="1297781" y="7144"/>
                    <a:pt x="1311116" y="24289"/>
                    <a:pt x="1311116" y="46196"/>
                  </a:cubicBezTo>
                  <a:lnTo>
                    <a:pt x="1311116" y="813911"/>
                  </a:lnTo>
                  <a:close/>
                </a:path>
              </a:pathLst>
            </a:custGeom>
            <a:solidFill>
              <a:srgbClr val="000000"/>
            </a:solidFill>
            <a:ln w="9525" cap="flat">
              <a:noFill/>
              <a:prstDash val="solid"/>
              <a:miter/>
            </a:ln>
          </p:spPr>
          <p:txBody>
            <a:bodyPr rtlCol="0" anchor="ctr"/>
            <a:lstStyle/>
            <a:p>
              <a:endParaRPr lang="en-US"/>
            </a:p>
          </p:txBody>
        </p:sp>
        <p:sp>
          <p:nvSpPr>
            <p:cNvPr id="6" name="Freeform: Shape 5">
              <a:extLst>
                <a:ext uri="{FF2B5EF4-FFF2-40B4-BE49-F238E27FC236}">
                  <a16:creationId xmlns:a16="http://schemas.microsoft.com/office/drawing/2014/main" id="{7F755C6F-D202-4C89-B564-B246B06F1F6D}"/>
                </a:ext>
              </a:extLst>
            </p:cNvPr>
            <p:cNvSpPr/>
            <p:nvPr/>
          </p:nvSpPr>
          <p:spPr>
            <a:xfrm>
              <a:off x="1088451" y="839448"/>
              <a:ext cx="8283390" cy="5062073"/>
            </a:xfrm>
            <a:custGeom>
              <a:avLst/>
              <a:gdLst>
                <a:gd name="connsiteX0" fmla="*/ 7144 w 1200150"/>
                <a:gd name="connsiteY0" fmla="*/ 7144 h 733425"/>
                <a:gd name="connsiteX1" fmla="*/ 1196816 w 1200150"/>
                <a:gd name="connsiteY1" fmla="*/ 7144 h 733425"/>
                <a:gd name="connsiteX2" fmla="*/ 1196816 w 1200150"/>
                <a:gd name="connsiteY2" fmla="*/ 730091 h 733425"/>
                <a:gd name="connsiteX3" fmla="*/ 7144 w 1200150"/>
                <a:gd name="connsiteY3" fmla="*/ 730091 h 733425"/>
              </a:gdLst>
              <a:ahLst/>
              <a:cxnLst>
                <a:cxn ang="0">
                  <a:pos x="connsiteX0" y="connsiteY0"/>
                </a:cxn>
                <a:cxn ang="0">
                  <a:pos x="connsiteX1" y="connsiteY1"/>
                </a:cxn>
                <a:cxn ang="0">
                  <a:pos x="connsiteX2" y="connsiteY2"/>
                </a:cxn>
                <a:cxn ang="0">
                  <a:pos x="connsiteX3" y="connsiteY3"/>
                </a:cxn>
              </a:cxnLst>
              <a:rect l="l" t="t" r="r" b="b"/>
              <a:pathLst>
                <a:path w="1200150" h="733425">
                  <a:moveTo>
                    <a:pt x="7144" y="7144"/>
                  </a:moveTo>
                  <a:lnTo>
                    <a:pt x="1196816" y="7144"/>
                  </a:lnTo>
                  <a:lnTo>
                    <a:pt x="1196816" y="730091"/>
                  </a:lnTo>
                  <a:lnTo>
                    <a:pt x="7144" y="730091"/>
                  </a:lnTo>
                  <a:close/>
                </a:path>
              </a:pathLst>
            </a:custGeom>
            <a:solidFill>
              <a:srgbClr val="F2F2F2"/>
            </a:solid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662E5B49-F2D4-4500-B669-8FBE9BB58346}"/>
                </a:ext>
              </a:extLst>
            </p:cNvPr>
            <p:cNvSpPr/>
            <p:nvPr/>
          </p:nvSpPr>
          <p:spPr>
            <a:xfrm>
              <a:off x="-548507" y="6164484"/>
              <a:ext cx="11570449" cy="460187"/>
            </a:xfrm>
            <a:custGeom>
              <a:avLst/>
              <a:gdLst>
                <a:gd name="connsiteX0" fmla="*/ 50006 w 1676400"/>
                <a:gd name="connsiteY0" fmla="*/ 7144 h 66675"/>
                <a:gd name="connsiteX1" fmla="*/ 1630204 w 1676400"/>
                <a:gd name="connsiteY1" fmla="*/ 7144 h 66675"/>
                <a:gd name="connsiteX2" fmla="*/ 1672114 w 1676400"/>
                <a:gd name="connsiteY2" fmla="*/ 49054 h 66675"/>
                <a:gd name="connsiteX3" fmla="*/ 1672114 w 1676400"/>
                <a:gd name="connsiteY3" fmla="*/ 57626 h 66675"/>
                <a:gd name="connsiteX4" fmla="*/ 1656874 w 1676400"/>
                <a:gd name="connsiteY4" fmla="*/ 62389 h 66675"/>
                <a:gd name="connsiteX5" fmla="*/ 1654016 w 1676400"/>
                <a:gd name="connsiteY5" fmla="*/ 62389 h 66675"/>
                <a:gd name="connsiteX6" fmla="*/ 29051 w 1676400"/>
                <a:gd name="connsiteY6" fmla="*/ 62389 h 66675"/>
                <a:gd name="connsiteX7" fmla="*/ 21431 w 1676400"/>
                <a:gd name="connsiteY7" fmla="*/ 63341 h 66675"/>
                <a:gd name="connsiteX8" fmla="*/ 7144 w 1676400"/>
                <a:gd name="connsiteY8" fmla="*/ 55721 h 66675"/>
                <a:gd name="connsiteX9" fmla="*/ 7144 w 1676400"/>
                <a:gd name="connsiteY9" fmla="*/ 48101 h 66675"/>
                <a:gd name="connsiteX10" fmla="*/ 50006 w 1676400"/>
                <a:gd name="connsiteY10" fmla="*/ 7144 h 66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76400" h="66675">
                  <a:moveTo>
                    <a:pt x="50006" y="7144"/>
                  </a:moveTo>
                  <a:lnTo>
                    <a:pt x="1630204" y="7144"/>
                  </a:lnTo>
                  <a:cubicBezTo>
                    <a:pt x="1653064" y="7144"/>
                    <a:pt x="1672114" y="26194"/>
                    <a:pt x="1672114" y="49054"/>
                  </a:cubicBezTo>
                  <a:lnTo>
                    <a:pt x="1672114" y="57626"/>
                  </a:lnTo>
                  <a:cubicBezTo>
                    <a:pt x="1672114" y="57626"/>
                    <a:pt x="1674019" y="64294"/>
                    <a:pt x="1656874" y="62389"/>
                  </a:cubicBezTo>
                  <a:cubicBezTo>
                    <a:pt x="1655921" y="62389"/>
                    <a:pt x="1654969" y="62389"/>
                    <a:pt x="1654016" y="62389"/>
                  </a:cubicBezTo>
                  <a:lnTo>
                    <a:pt x="29051" y="62389"/>
                  </a:lnTo>
                  <a:cubicBezTo>
                    <a:pt x="26194" y="62389"/>
                    <a:pt x="24289" y="62389"/>
                    <a:pt x="21431" y="63341"/>
                  </a:cubicBezTo>
                  <a:cubicBezTo>
                    <a:pt x="16669" y="64294"/>
                    <a:pt x="8096" y="64294"/>
                    <a:pt x="7144" y="55721"/>
                  </a:cubicBezTo>
                  <a:lnTo>
                    <a:pt x="7144" y="48101"/>
                  </a:lnTo>
                  <a:cubicBezTo>
                    <a:pt x="8096" y="25241"/>
                    <a:pt x="26194" y="7144"/>
                    <a:pt x="50006" y="7144"/>
                  </a:cubicBezTo>
                  <a:close/>
                </a:path>
              </a:pathLst>
            </a:custGeom>
            <a:solidFill>
              <a:srgbClr val="CCCCCC"/>
            </a:solidFill>
            <a:ln w="9525" cap="flat">
              <a:noFill/>
              <a:prstDash val="solid"/>
              <a:miter/>
            </a:ln>
          </p:spPr>
          <p:txBody>
            <a:bodyPr rtlCol="0" anchor="ctr"/>
            <a:lstStyle/>
            <a:p>
              <a:endParaRPr lang="en-US" dirty="0"/>
            </a:p>
          </p:txBody>
        </p:sp>
        <p:sp>
          <p:nvSpPr>
            <p:cNvPr id="8" name="Freeform: Shape 7">
              <a:extLst>
                <a:ext uri="{FF2B5EF4-FFF2-40B4-BE49-F238E27FC236}">
                  <a16:creationId xmlns:a16="http://schemas.microsoft.com/office/drawing/2014/main" id="{F77D40F1-5CB3-48EE-924E-6E3223E10226}"/>
                </a:ext>
              </a:extLst>
            </p:cNvPr>
            <p:cNvSpPr/>
            <p:nvPr/>
          </p:nvSpPr>
          <p:spPr>
            <a:xfrm>
              <a:off x="4438629" y="6215033"/>
              <a:ext cx="1618413" cy="184076"/>
            </a:xfrm>
            <a:custGeom>
              <a:avLst/>
              <a:gdLst>
                <a:gd name="connsiteX0" fmla="*/ 1478513 w 1618413"/>
                <a:gd name="connsiteY0" fmla="*/ 177499 h 184076"/>
                <a:gd name="connsiteX1" fmla="*/ 1485084 w 1618413"/>
                <a:gd name="connsiteY1" fmla="*/ 177499 h 184076"/>
                <a:gd name="connsiteX2" fmla="*/ 1502686 w 1618413"/>
                <a:gd name="connsiteY2" fmla="*/ 178122 h 184076"/>
                <a:gd name="connsiteX3" fmla="*/ 1499879 w 1618413"/>
                <a:gd name="connsiteY3" fmla="*/ 178526 h 184076"/>
                <a:gd name="connsiteX4" fmla="*/ 1478513 w 1618413"/>
                <a:gd name="connsiteY4" fmla="*/ 177499 h 184076"/>
                <a:gd name="connsiteX5" fmla="*/ 84799 w 1618413"/>
                <a:gd name="connsiteY5" fmla="*/ 170928 h 184076"/>
                <a:gd name="connsiteX6" fmla="*/ 117666 w 1618413"/>
                <a:gd name="connsiteY6" fmla="*/ 177499 h 184076"/>
                <a:gd name="connsiteX7" fmla="*/ 104518 w 1618413"/>
                <a:gd name="connsiteY7" fmla="*/ 177499 h 184076"/>
                <a:gd name="connsiteX8" fmla="*/ 84799 w 1618413"/>
                <a:gd name="connsiteY8" fmla="*/ 170928 h 184076"/>
                <a:gd name="connsiteX9" fmla="*/ 1603418 w 1618413"/>
                <a:gd name="connsiteY9" fmla="*/ 0 h 184076"/>
                <a:gd name="connsiteX10" fmla="*/ 1616567 w 1618413"/>
                <a:gd name="connsiteY10" fmla="*/ 0 h 184076"/>
                <a:gd name="connsiteX11" fmla="*/ 1511177 w 1618413"/>
                <a:gd name="connsiteY11" fmla="*/ 178423 h 184076"/>
                <a:gd name="connsiteX12" fmla="*/ 1502686 w 1618413"/>
                <a:gd name="connsiteY12" fmla="*/ 178122 h 184076"/>
                <a:gd name="connsiteX13" fmla="*/ 1521501 w 1618413"/>
                <a:gd name="connsiteY13" fmla="*/ 175419 h 184076"/>
                <a:gd name="connsiteX14" fmla="*/ 1603418 w 1618413"/>
                <a:gd name="connsiteY14" fmla="*/ 6571 h 184076"/>
                <a:gd name="connsiteX15" fmla="*/ 5911 w 1618413"/>
                <a:gd name="connsiteY15" fmla="*/ 0 h 184076"/>
                <a:gd name="connsiteX16" fmla="*/ 19060 w 1618413"/>
                <a:gd name="connsiteY16" fmla="*/ 6571 h 184076"/>
                <a:gd name="connsiteX17" fmla="*/ 91379 w 1618413"/>
                <a:gd name="connsiteY17" fmla="*/ 184076 h 184076"/>
                <a:gd name="connsiteX18" fmla="*/ 5911 w 1618413"/>
                <a:gd name="connsiteY18" fmla="*/ 0 h 184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18413" h="184076">
                  <a:moveTo>
                    <a:pt x="1478513" y="177499"/>
                  </a:moveTo>
                  <a:lnTo>
                    <a:pt x="1485084" y="177499"/>
                  </a:lnTo>
                  <a:lnTo>
                    <a:pt x="1502686" y="178122"/>
                  </a:lnTo>
                  <a:lnTo>
                    <a:pt x="1499879" y="178526"/>
                  </a:lnTo>
                  <a:cubicBezTo>
                    <a:pt x="1487142" y="179142"/>
                    <a:pt x="1478513" y="177499"/>
                    <a:pt x="1478513" y="177499"/>
                  </a:cubicBezTo>
                  <a:close/>
                  <a:moveTo>
                    <a:pt x="84799" y="170928"/>
                  </a:moveTo>
                  <a:cubicBezTo>
                    <a:pt x="97947" y="177499"/>
                    <a:pt x="104518" y="177499"/>
                    <a:pt x="117666" y="177499"/>
                  </a:cubicBezTo>
                  <a:lnTo>
                    <a:pt x="104518" y="177499"/>
                  </a:lnTo>
                  <a:cubicBezTo>
                    <a:pt x="97947" y="177499"/>
                    <a:pt x="91370" y="177499"/>
                    <a:pt x="84799" y="170928"/>
                  </a:cubicBezTo>
                  <a:close/>
                  <a:moveTo>
                    <a:pt x="1603418" y="0"/>
                  </a:moveTo>
                  <a:lnTo>
                    <a:pt x="1616567" y="0"/>
                  </a:lnTo>
                  <a:cubicBezTo>
                    <a:pt x="1631361" y="152847"/>
                    <a:pt x="1553705" y="176266"/>
                    <a:pt x="1511177" y="178423"/>
                  </a:cubicBezTo>
                  <a:lnTo>
                    <a:pt x="1502686" y="178122"/>
                  </a:lnTo>
                  <a:lnTo>
                    <a:pt x="1521501" y="175419"/>
                  </a:lnTo>
                  <a:cubicBezTo>
                    <a:pt x="1560791" y="165788"/>
                    <a:pt x="1611636" y="129836"/>
                    <a:pt x="1603418" y="6571"/>
                  </a:cubicBezTo>
                  <a:close/>
                  <a:moveTo>
                    <a:pt x="5911" y="0"/>
                  </a:moveTo>
                  <a:lnTo>
                    <a:pt x="19060" y="6571"/>
                  </a:lnTo>
                  <a:cubicBezTo>
                    <a:pt x="19060" y="6571"/>
                    <a:pt x="-20385" y="144631"/>
                    <a:pt x="91379" y="184076"/>
                  </a:cubicBezTo>
                  <a:cubicBezTo>
                    <a:pt x="-33534" y="151202"/>
                    <a:pt x="5911" y="0"/>
                    <a:pt x="5911" y="0"/>
                  </a:cubicBezTo>
                  <a:close/>
                </a:path>
              </a:pathLst>
            </a:custGeom>
            <a:solidFill>
              <a:srgbClr val="4D4D4D"/>
            </a:solidFill>
            <a:ln w="9525" cap="flat">
              <a:noFill/>
              <a:prstDash val="solid"/>
              <a:miter/>
            </a:ln>
          </p:spPr>
          <p:txBody>
            <a:bodyPr rtlCol="0" anchor="ctr"/>
            <a:lstStyle/>
            <a:p>
              <a:endParaRPr lang="en-US"/>
            </a:p>
          </p:txBody>
        </p:sp>
        <p:grpSp>
          <p:nvGrpSpPr>
            <p:cNvPr id="9" name="Group 8">
              <a:extLst>
                <a:ext uri="{FF2B5EF4-FFF2-40B4-BE49-F238E27FC236}">
                  <a16:creationId xmlns:a16="http://schemas.microsoft.com/office/drawing/2014/main" id="{9AFA37A4-144E-4F6B-A5A4-A8C4BBDC697A}"/>
                </a:ext>
              </a:extLst>
            </p:cNvPr>
            <p:cNvGrpSpPr/>
            <p:nvPr/>
          </p:nvGrpSpPr>
          <p:grpSpPr>
            <a:xfrm>
              <a:off x="1606" y="6382978"/>
              <a:ext cx="413937" cy="115242"/>
              <a:chOff x="5955" y="6353672"/>
              <a:chExt cx="413937" cy="115242"/>
            </a:xfrm>
          </p:grpSpPr>
          <p:sp>
            <p:nvSpPr>
              <p:cNvPr id="14" name="Rectangle: Rounded Corners 13">
                <a:extLst>
                  <a:ext uri="{FF2B5EF4-FFF2-40B4-BE49-F238E27FC236}">
                    <a16:creationId xmlns:a16="http://schemas.microsoft.com/office/drawing/2014/main" id="{BA89A6E2-E8EB-4AD0-85F6-B0A17B2422D0}"/>
                  </a:ext>
                </a:extLst>
              </p:cNvPr>
              <p:cNvSpPr/>
              <p:nvPr/>
            </p:nvSpPr>
            <p:spPr>
              <a:xfrm>
                <a:off x="5955" y="6353672"/>
                <a:ext cx="413937" cy="115242"/>
              </a:xfrm>
              <a:prstGeom prst="roundRect">
                <a:avLst>
                  <a:gd name="adj" fmla="val 28154"/>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F8314224-AFA8-48BD-BEE7-13ED7B48495E}"/>
                  </a:ext>
                </a:extLst>
              </p:cNvPr>
              <p:cNvSpPr/>
              <p:nvPr/>
            </p:nvSpPr>
            <p:spPr>
              <a:xfrm>
                <a:off x="99417" y="6382279"/>
                <a:ext cx="227012" cy="55272"/>
              </a:xfrm>
              <a:prstGeom prst="roundRect">
                <a:avLst>
                  <a:gd name="adj" fmla="val 28154"/>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a:extLst>
                <a:ext uri="{FF2B5EF4-FFF2-40B4-BE49-F238E27FC236}">
                  <a16:creationId xmlns:a16="http://schemas.microsoft.com/office/drawing/2014/main" id="{4E6139F3-8852-433B-9901-75B623701259}"/>
                </a:ext>
              </a:extLst>
            </p:cNvPr>
            <p:cNvGrpSpPr/>
            <p:nvPr/>
          </p:nvGrpSpPr>
          <p:grpSpPr>
            <a:xfrm>
              <a:off x="9855291" y="6381600"/>
              <a:ext cx="885989" cy="115242"/>
              <a:chOff x="5955" y="6353672"/>
              <a:chExt cx="413937" cy="115242"/>
            </a:xfrm>
          </p:grpSpPr>
          <p:sp>
            <p:nvSpPr>
              <p:cNvPr id="12" name="Rectangle: Rounded Corners 11">
                <a:extLst>
                  <a:ext uri="{FF2B5EF4-FFF2-40B4-BE49-F238E27FC236}">
                    <a16:creationId xmlns:a16="http://schemas.microsoft.com/office/drawing/2014/main" id="{8EFA1CC8-0444-4599-AC49-BA67BBF07DD2}"/>
                  </a:ext>
                </a:extLst>
              </p:cNvPr>
              <p:cNvSpPr/>
              <p:nvPr/>
            </p:nvSpPr>
            <p:spPr>
              <a:xfrm>
                <a:off x="5955" y="6353672"/>
                <a:ext cx="413937" cy="115242"/>
              </a:xfrm>
              <a:prstGeom prst="roundRect">
                <a:avLst>
                  <a:gd name="adj" fmla="val 28154"/>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E768C533-0E1A-45D1-A3AF-081C6C4A09E2}"/>
                  </a:ext>
                </a:extLst>
              </p:cNvPr>
              <p:cNvSpPr/>
              <p:nvPr/>
            </p:nvSpPr>
            <p:spPr>
              <a:xfrm>
                <a:off x="84761" y="6382279"/>
                <a:ext cx="256326" cy="55272"/>
              </a:xfrm>
              <a:prstGeom prst="roundRect">
                <a:avLst>
                  <a:gd name="adj" fmla="val 28154"/>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1" name="Freeform: Shape 10">
              <a:extLst>
                <a:ext uri="{FF2B5EF4-FFF2-40B4-BE49-F238E27FC236}">
                  <a16:creationId xmlns:a16="http://schemas.microsoft.com/office/drawing/2014/main" id="{9F295247-3F7C-4048-9891-FA9EC6DCF741}"/>
                </a:ext>
              </a:extLst>
            </p:cNvPr>
            <p:cNvSpPr/>
            <p:nvPr/>
          </p:nvSpPr>
          <p:spPr>
            <a:xfrm>
              <a:off x="3892805" y="496953"/>
              <a:ext cx="5479036" cy="5431217"/>
            </a:xfrm>
            <a:custGeom>
              <a:avLst/>
              <a:gdLst>
                <a:gd name="connsiteX0" fmla="*/ 2567127 w 4009217"/>
                <a:gd name="connsiteY0" fmla="*/ 30683 h 4295590"/>
                <a:gd name="connsiteX1" fmla="*/ 3798529 w 4009217"/>
                <a:gd name="connsiteY1" fmla="*/ 30683 h 4295590"/>
                <a:gd name="connsiteX2" fmla="*/ 4007172 w 4009217"/>
                <a:gd name="connsiteY2" fmla="*/ 272054 h 4295590"/>
                <a:gd name="connsiteX3" fmla="*/ 3998990 w 4009217"/>
                <a:gd name="connsiteY3" fmla="*/ 4268999 h 4295590"/>
                <a:gd name="connsiteX4" fmla="*/ 30683 w 4009217"/>
                <a:gd name="connsiteY4" fmla="*/ 4268999 h 4295590"/>
                <a:gd name="connsiteX0" fmla="*/ 2536444 w 3976489"/>
                <a:gd name="connsiteY0" fmla="*/ 0 h 4238316"/>
                <a:gd name="connsiteX1" fmla="*/ 3976489 w 3976489"/>
                <a:gd name="connsiteY1" fmla="*/ 241371 h 4238316"/>
                <a:gd name="connsiteX2" fmla="*/ 3968307 w 3976489"/>
                <a:gd name="connsiteY2" fmla="*/ 4238316 h 4238316"/>
                <a:gd name="connsiteX3" fmla="*/ 0 w 3976489"/>
                <a:gd name="connsiteY3" fmla="*/ 4238316 h 4238316"/>
                <a:gd name="connsiteX0" fmla="*/ 2536444 w 3976489"/>
                <a:gd name="connsiteY0" fmla="*/ 0 h 4238316"/>
                <a:gd name="connsiteX1" fmla="*/ 3976489 w 3976489"/>
                <a:gd name="connsiteY1" fmla="*/ 213683 h 4238316"/>
                <a:gd name="connsiteX2" fmla="*/ 3968307 w 3976489"/>
                <a:gd name="connsiteY2" fmla="*/ 4238316 h 4238316"/>
                <a:gd name="connsiteX3" fmla="*/ 0 w 3976489"/>
                <a:gd name="connsiteY3" fmla="*/ 4238316 h 4238316"/>
                <a:gd name="connsiteX0" fmla="*/ 2473335 w 3976489"/>
                <a:gd name="connsiteY0" fmla="*/ 0 h 4035268"/>
                <a:gd name="connsiteX1" fmla="*/ 3976489 w 3976489"/>
                <a:gd name="connsiteY1" fmla="*/ 10635 h 4035268"/>
                <a:gd name="connsiteX2" fmla="*/ 3968307 w 3976489"/>
                <a:gd name="connsiteY2" fmla="*/ 4035268 h 4035268"/>
                <a:gd name="connsiteX3" fmla="*/ 0 w 3976489"/>
                <a:gd name="connsiteY3" fmla="*/ 4035268 h 4035268"/>
              </a:gdLst>
              <a:ahLst/>
              <a:cxnLst>
                <a:cxn ang="0">
                  <a:pos x="connsiteX0" y="connsiteY0"/>
                </a:cxn>
                <a:cxn ang="0">
                  <a:pos x="connsiteX1" y="connsiteY1"/>
                </a:cxn>
                <a:cxn ang="0">
                  <a:pos x="connsiteX2" y="connsiteY2"/>
                </a:cxn>
                <a:cxn ang="0">
                  <a:pos x="connsiteX3" y="connsiteY3"/>
                </a:cxn>
              </a:cxnLst>
              <a:rect l="l" t="t" r="r" b="b"/>
              <a:pathLst>
                <a:path w="3976489" h="4035268">
                  <a:moveTo>
                    <a:pt x="2473335" y="0"/>
                  </a:moveTo>
                  <a:lnTo>
                    <a:pt x="3976489" y="10635"/>
                  </a:lnTo>
                  <a:cubicBezTo>
                    <a:pt x="3973762" y="1342950"/>
                    <a:pt x="3971034" y="2702953"/>
                    <a:pt x="3968307" y="4035268"/>
                  </a:cubicBezTo>
                  <a:lnTo>
                    <a:pt x="0" y="4035268"/>
                  </a:lnTo>
                </a:path>
              </a:pathLst>
            </a:custGeom>
            <a:solidFill>
              <a:srgbClr val="999999">
                <a:alpha val="10000"/>
              </a:srgbClr>
            </a:solidFill>
            <a:ln w="9525" cap="flat">
              <a:noFill/>
              <a:prstDash val="solid"/>
              <a:miter/>
            </a:ln>
          </p:spPr>
          <p:txBody>
            <a:bodyPr rtlCol="0" anchor="ctr"/>
            <a:lstStyle/>
            <a:p>
              <a:endParaRPr lang="en-US" dirty="0"/>
            </a:p>
          </p:txBody>
        </p:sp>
      </p:grpSp>
      <p:sp>
        <p:nvSpPr>
          <p:cNvPr id="16" name="Picture Placeholder 2">
            <a:extLst>
              <a:ext uri="{FF2B5EF4-FFF2-40B4-BE49-F238E27FC236}">
                <a16:creationId xmlns:a16="http://schemas.microsoft.com/office/drawing/2014/main" id="{7BB75F30-01AA-4ED9-8798-66B87A667AAA}"/>
              </a:ext>
            </a:extLst>
          </p:cNvPr>
          <p:cNvSpPr>
            <a:spLocks noGrp="1"/>
          </p:cNvSpPr>
          <p:nvPr>
            <p:ph type="pic" idx="11" hasCustomPrompt="1"/>
          </p:nvPr>
        </p:nvSpPr>
        <p:spPr>
          <a:xfrm>
            <a:off x="1560919" y="2771971"/>
            <a:ext cx="4535081" cy="2723593"/>
          </a:xfrm>
          <a:prstGeom prst="rect">
            <a:avLst/>
          </a:prstGeom>
          <a:solidFill>
            <a:schemeClr val="bg1">
              <a:lumMod val="95000"/>
            </a:schemeClr>
          </a:solidFill>
          <a:ln w="12700">
            <a:noFill/>
          </a:ln>
        </p:spPr>
        <p:txBody>
          <a:bodyPr anchor="ctr"/>
          <a:lstStyle>
            <a:lvl1pPr marL="0" indent="0" algn="ctr">
              <a:buNone/>
              <a:defRPr sz="1200">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 And Send To Back </a:t>
            </a:r>
            <a:endParaRPr lang="ko-KR" altLang="en-US" dirty="0"/>
          </a:p>
        </p:txBody>
      </p:sp>
      <p:sp>
        <p:nvSpPr>
          <p:cNvPr id="17" name="Text Placeholder 9">
            <a:extLst>
              <a:ext uri="{FF2B5EF4-FFF2-40B4-BE49-F238E27FC236}">
                <a16:creationId xmlns:a16="http://schemas.microsoft.com/office/drawing/2014/main" id="{B3616A90-E1DE-47A7-83AE-E8FD3279FFFD}"/>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11995856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8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926674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0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486846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1_Contents slide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A45B078-9C2E-4F0F-A743-1BD2E374A3F2}"/>
              </a:ext>
            </a:extLst>
          </p:cNvPr>
          <p:cNvSpPr/>
          <p:nvPr userDrawn="1"/>
        </p:nvSpPr>
        <p:spPr>
          <a:xfrm>
            <a:off x="0" y="3254185"/>
            <a:ext cx="12192000" cy="1296144"/>
          </a:xfrm>
          <a:prstGeom prst="rect">
            <a:avLst/>
          </a:prstGeom>
          <a:solidFill>
            <a:schemeClr val="accent6"/>
          </a:solidFill>
          <a:ln w="889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grpSp>
        <p:nvGrpSpPr>
          <p:cNvPr id="3" name="Group 8">
            <a:extLst>
              <a:ext uri="{FF2B5EF4-FFF2-40B4-BE49-F238E27FC236}">
                <a16:creationId xmlns:a16="http://schemas.microsoft.com/office/drawing/2014/main" id="{346031F5-1B63-4620-8505-DE5C4A40B24C}"/>
              </a:ext>
            </a:extLst>
          </p:cNvPr>
          <p:cNvGrpSpPr/>
          <p:nvPr userDrawn="1"/>
        </p:nvGrpSpPr>
        <p:grpSpPr>
          <a:xfrm>
            <a:off x="741800" y="1570966"/>
            <a:ext cx="2520000" cy="4680000"/>
            <a:chOff x="445712" y="1449040"/>
            <a:chExt cx="2520000" cy="4680000"/>
          </a:xfrm>
        </p:grpSpPr>
        <p:sp>
          <p:nvSpPr>
            <p:cNvPr id="4" name="Rounded Rectangle 3">
              <a:extLst>
                <a:ext uri="{FF2B5EF4-FFF2-40B4-BE49-F238E27FC236}">
                  <a16:creationId xmlns:a16="http://schemas.microsoft.com/office/drawing/2014/main" id="{FC27CB74-33CD-4A23-B325-C122DA66528C}"/>
                </a:ext>
              </a:extLst>
            </p:cNvPr>
            <p:cNvSpPr/>
            <p:nvPr userDrawn="1"/>
          </p:nvSpPr>
          <p:spPr>
            <a:xfrm>
              <a:off x="445712" y="1449040"/>
              <a:ext cx="2520000" cy="4680000"/>
            </a:xfrm>
            <a:prstGeom prst="roundRect">
              <a:avLst>
                <a:gd name="adj" fmla="val 13580"/>
              </a:avLst>
            </a:prstGeom>
            <a:solidFill>
              <a:srgbClr val="262626"/>
            </a:solidFill>
            <a:ln w="88900">
              <a:noFill/>
            </a:ln>
            <a:effectLst/>
            <a:scene3d>
              <a:camera prst="perspectiveFront"/>
              <a:lightRig rig="threePt" dir="t"/>
            </a:scene3d>
            <a:sp3d prstMaterial="plastic">
              <a:bevelT w="127000" h="50800"/>
              <a:bevelB w="127000" h="2540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5" name="Rectangle 5">
              <a:extLst>
                <a:ext uri="{FF2B5EF4-FFF2-40B4-BE49-F238E27FC236}">
                  <a16:creationId xmlns:a16="http://schemas.microsoft.com/office/drawing/2014/main" id="{58D7BEA8-16EF-49F6-A423-7760EDAB82F5}"/>
                </a:ext>
              </a:extLst>
            </p:cNvPr>
            <p:cNvSpPr/>
            <p:nvPr userDrawn="1"/>
          </p:nvSpPr>
          <p:spPr>
            <a:xfrm>
              <a:off x="1597700" y="1680321"/>
              <a:ext cx="216024" cy="34350"/>
            </a:xfrm>
            <a:prstGeom prst="rect">
              <a:avLst/>
            </a:prstGeom>
            <a:solidFill>
              <a:srgbClr val="B0B0B0"/>
            </a:solidFill>
            <a:ln w="889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grpSp>
          <p:nvGrpSpPr>
            <p:cNvPr id="6" name="Group 1">
              <a:extLst>
                <a:ext uri="{FF2B5EF4-FFF2-40B4-BE49-F238E27FC236}">
                  <a16:creationId xmlns:a16="http://schemas.microsoft.com/office/drawing/2014/main" id="{ADA26798-7DB1-4A1B-8875-4A1F787E724F}"/>
                </a:ext>
              </a:extLst>
            </p:cNvPr>
            <p:cNvGrpSpPr/>
            <p:nvPr userDrawn="1"/>
          </p:nvGrpSpPr>
          <p:grpSpPr>
            <a:xfrm>
              <a:off x="1549420" y="5712364"/>
              <a:ext cx="312583" cy="312583"/>
              <a:chOff x="1570727" y="5532687"/>
              <a:chExt cx="312583" cy="312583"/>
            </a:xfrm>
          </p:grpSpPr>
          <p:sp>
            <p:nvSpPr>
              <p:cNvPr id="7" name="Oval 4">
                <a:extLst>
                  <a:ext uri="{FF2B5EF4-FFF2-40B4-BE49-F238E27FC236}">
                    <a16:creationId xmlns:a16="http://schemas.microsoft.com/office/drawing/2014/main" id="{3F0E6646-AD22-4810-B8E0-6B3AA6FA86A2}"/>
                  </a:ext>
                </a:extLst>
              </p:cNvPr>
              <p:cNvSpPr/>
              <p:nvPr userDrawn="1"/>
            </p:nvSpPr>
            <p:spPr>
              <a:xfrm>
                <a:off x="1570727" y="5532687"/>
                <a:ext cx="312583" cy="312583"/>
              </a:xfrm>
              <a:prstGeom prst="ellipse">
                <a:avLst/>
              </a:prstGeom>
              <a:gradFill flip="none" rotWithShape="1">
                <a:gsLst>
                  <a:gs pos="0">
                    <a:schemeClr val="tx1">
                      <a:lumMod val="94000"/>
                      <a:lumOff val="6000"/>
                    </a:schemeClr>
                  </a:gs>
                  <a:gs pos="56000">
                    <a:schemeClr val="tx1">
                      <a:lumMod val="65000"/>
                      <a:lumOff val="35000"/>
                    </a:schemeClr>
                  </a:gs>
                  <a:gs pos="91000">
                    <a:schemeClr val="tx1">
                      <a:lumMod val="50000"/>
                      <a:lumOff val="50000"/>
                    </a:schemeClr>
                  </a:gs>
                  <a:gs pos="100000">
                    <a:schemeClr val="bg1">
                      <a:lumMod val="75000"/>
                    </a:schemeClr>
                  </a:gs>
                </a:gsLst>
                <a:lin ang="10800000" scaled="1"/>
                <a:tileRect/>
              </a:gradFill>
              <a:ln w="0">
                <a:solidFill>
                  <a:srgbClr val="262626"/>
                </a:solidFill>
              </a:ln>
              <a:scene3d>
                <a:camera prst="perspectiveFront"/>
                <a:lightRig rig="threePt" dir="t"/>
              </a:scene3d>
              <a:sp3d>
                <a:bevelT w="63500" h="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8" name="Rounded Rectangle 7">
                <a:extLst>
                  <a:ext uri="{FF2B5EF4-FFF2-40B4-BE49-F238E27FC236}">
                    <a16:creationId xmlns:a16="http://schemas.microsoft.com/office/drawing/2014/main" id="{84E7817A-50E1-44BF-B5F3-B2BEF3E94706}"/>
                  </a:ext>
                </a:extLst>
              </p:cNvPr>
              <p:cNvSpPr/>
              <p:nvPr userDrawn="1"/>
            </p:nvSpPr>
            <p:spPr>
              <a:xfrm>
                <a:off x="1655532" y="5616970"/>
                <a:ext cx="142969" cy="144016"/>
              </a:xfrm>
              <a:prstGeom prst="roundRect">
                <a:avLst/>
              </a:prstGeom>
              <a:solidFill>
                <a:srgbClr val="737373"/>
              </a:solidFill>
              <a:ln w="6350">
                <a:solidFill>
                  <a:srgbClr val="B0B0B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grpSp>
      </p:grpSp>
      <p:sp>
        <p:nvSpPr>
          <p:cNvPr id="9" name="Picture Placeholder 9">
            <a:extLst>
              <a:ext uri="{FF2B5EF4-FFF2-40B4-BE49-F238E27FC236}">
                <a16:creationId xmlns:a16="http://schemas.microsoft.com/office/drawing/2014/main" id="{FD8E3FD2-2332-4C3D-A627-541B7AFCAC9B}"/>
              </a:ext>
            </a:extLst>
          </p:cNvPr>
          <p:cNvSpPr>
            <a:spLocks noGrp="1"/>
          </p:cNvSpPr>
          <p:nvPr>
            <p:ph type="pic" sz="quarter" idx="10" hasCustomPrompt="1"/>
          </p:nvPr>
        </p:nvSpPr>
        <p:spPr>
          <a:xfrm>
            <a:off x="921680" y="1930403"/>
            <a:ext cx="2160240" cy="3744416"/>
          </a:xfrm>
          <a:prstGeom prst="rect">
            <a:avLst/>
          </a:prstGeom>
          <a:solidFill>
            <a:schemeClr val="bg1">
              <a:lumMod val="95000"/>
            </a:schemeClr>
          </a:solidFill>
        </p:spPr>
        <p:txBody>
          <a:bodyPr anchor="ctr"/>
          <a:lstStyle>
            <a:lvl1pPr marL="0" marR="0" indent="0" algn="ctr" defTabSz="914446" rtl="0" eaLnBrk="1" fontAlgn="auto" latinLnBrk="1" hangingPunct="1">
              <a:lnSpc>
                <a:spcPct val="100000"/>
              </a:lnSpc>
              <a:spcBef>
                <a:spcPct val="20000"/>
              </a:spcBef>
              <a:spcAft>
                <a:spcPts val="0"/>
              </a:spcAft>
              <a:buClrTx/>
              <a:buSzTx/>
              <a:buFont typeface="Arial" pitchFamily="34" charset="0"/>
              <a:buNone/>
              <a:tabLst/>
              <a:defRPr sz="1200">
                <a:solidFill>
                  <a:schemeClr val="tx1">
                    <a:lumMod val="75000"/>
                    <a:lumOff val="25000"/>
                  </a:schemeClr>
                </a:solidFill>
                <a:latin typeface="+mn-lt"/>
              </a:defRPr>
            </a:lvl1pPr>
          </a:lstStyle>
          <a:p>
            <a:pPr marL="0" lvl="0" algn="ctr"/>
            <a:r>
              <a:rPr lang="en-US" altLang="ko-KR" dirty="0"/>
              <a:t>Place Your Picture Here</a:t>
            </a:r>
            <a:endParaRPr lang="ko-KR" altLang="en-US" dirty="0"/>
          </a:p>
        </p:txBody>
      </p:sp>
      <p:sp>
        <p:nvSpPr>
          <p:cNvPr id="10" name="Text Placeholder 9">
            <a:extLst>
              <a:ext uri="{FF2B5EF4-FFF2-40B4-BE49-F238E27FC236}">
                <a16:creationId xmlns:a16="http://schemas.microsoft.com/office/drawing/2014/main" id="{88439E42-0E0F-4CED-B659-F8D68A350182}"/>
              </a:ext>
            </a:extLst>
          </p:cNvPr>
          <p:cNvSpPr>
            <a:spLocks noGrp="1"/>
          </p:cNvSpPr>
          <p:nvPr>
            <p:ph type="body" sz="quarter" idx="11"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39188379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2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55743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3_Contents slide layout">
    <p:spTree>
      <p:nvGrpSpPr>
        <p:cNvPr id="1" name=""/>
        <p:cNvGrpSpPr/>
        <p:nvPr/>
      </p:nvGrpSpPr>
      <p:grpSpPr>
        <a:xfrm>
          <a:off x="0" y="0"/>
          <a:ext cx="0" cy="0"/>
          <a:chOff x="0" y="0"/>
          <a:chExt cx="0" cy="0"/>
        </a:xfrm>
      </p:grpSpPr>
      <p:sp>
        <p:nvSpPr>
          <p:cNvPr id="2" name="Picture Placeholder 4">
            <a:extLst>
              <a:ext uri="{FF2B5EF4-FFF2-40B4-BE49-F238E27FC236}">
                <a16:creationId xmlns:a16="http://schemas.microsoft.com/office/drawing/2014/main" id="{550C2BD9-6214-4567-96BE-E813DFC881B3}"/>
              </a:ext>
            </a:extLst>
          </p:cNvPr>
          <p:cNvSpPr>
            <a:spLocks noGrp="1"/>
          </p:cNvSpPr>
          <p:nvPr>
            <p:ph type="pic" idx="14" hasCustomPrompt="1"/>
          </p:nvPr>
        </p:nvSpPr>
        <p:spPr>
          <a:xfrm>
            <a:off x="3779656" y="1838324"/>
            <a:ext cx="8412345" cy="4067177"/>
          </a:xfrm>
          <a:custGeom>
            <a:avLst/>
            <a:gdLst>
              <a:gd name="connsiteX0" fmla="*/ 7994333 w 8412345"/>
              <a:gd name="connsiteY0" fmla="*/ 3524256 h 4067177"/>
              <a:gd name="connsiteX1" fmla="*/ 7994333 w 8412345"/>
              <a:gd name="connsiteY1" fmla="*/ 3752847 h 4067177"/>
              <a:gd name="connsiteX2" fmla="*/ 8412344 w 8412345"/>
              <a:gd name="connsiteY2" fmla="*/ 3752847 h 4067177"/>
              <a:gd name="connsiteX3" fmla="*/ 8412344 w 8412345"/>
              <a:gd name="connsiteY3" fmla="*/ 3524256 h 4067177"/>
              <a:gd name="connsiteX4" fmla="*/ 0 w 8412345"/>
              <a:gd name="connsiteY4" fmla="*/ 0 h 4067177"/>
              <a:gd name="connsiteX5" fmla="*/ 8412345 w 8412345"/>
              <a:gd name="connsiteY5" fmla="*/ 0 h 4067177"/>
              <a:gd name="connsiteX6" fmla="*/ 8412345 w 8412345"/>
              <a:gd name="connsiteY6" fmla="*/ 4067177 h 4067177"/>
              <a:gd name="connsiteX7" fmla="*/ 1452936 w 8412345"/>
              <a:gd name="connsiteY7" fmla="*/ 4067177 h 4067177"/>
              <a:gd name="connsiteX8" fmla="*/ 1340647 w 8412345"/>
              <a:gd name="connsiteY8" fmla="*/ 3752847 h 4067177"/>
              <a:gd name="connsiteX9" fmla="*/ 2028961 w 8412345"/>
              <a:gd name="connsiteY9" fmla="*/ 3752847 h 4067177"/>
              <a:gd name="connsiteX10" fmla="*/ 2028961 w 8412345"/>
              <a:gd name="connsiteY10" fmla="*/ 3524256 h 4067177"/>
              <a:gd name="connsiteX11" fmla="*/ 1258986 w 8412345"/>
              <a:gd name="connsiteY11" fmla="*/ 3524256 h 4067177"/>
              <a:gd name="connsiteX0" fmla="*/ 7994333 w 8412345"/>
              <a:gd name="connsiteY0" fmla="*/ 3524256 h 4067177"/>
              <a:gd name="connsiteX1" fmla="*/ 7994333 w 8412345"/>
              <a:gd name="connsiteY1" fmla="*/ 3752847 h 4067177"/>
              <a:gd name="connsiteX2" fmla="*/ 8412344 w 8412345"/>
              <a:gd name="connsiteY2" fmla="*/ 3752847 h 4067177"/>
              <a:gd name="connsiteX3" fmla="*/ 8412344 w 8412345"/>
              <a:gd name="connsiteY3" fmla="*/ 3524256 h 4067177"/>
              <a:gd name="connsiteX4" fmla="*/ 7994333 w 8412345"/>
              <a:gd name="connsiteY4" fmla="*/ 3524256 h 4067177"/>
              <a:gd name="connsiteX5" fmla="*/ 0 w 8412345"/>
              <a:gd name="connsiteY5" fmla="*/ 0 h 4067177"/>
              <a:gd name="connsiteX6" fmla="*/ 8412345 w 8412345"/>
              <a:gd name="connsiteY6" fmla="*/ 0 h 4067177"/>
              <a:gd name="connsiteX7" fmla="*/ 8412345 w 8412345"/>
              <a:gd name="connsiteY7" fmla="*/ 4067177 h 4067177"/>
              <a:gd name="connsiteX8" fmla="*/ 1452936 w 8412345"/>
              <a:gd name="connsiteY8" fmla="*/ 4067177 h 4067177"/>
              <a:gd name="connsiteX9" fmla="*/ 1340647 w 8412345"/>
              <a:gd name="connsiteY9" fmla="*/ 3752847 h 4067177"/>
              <a:gd name="connsiteX10" fmla="*/ 2028961 w 8412345"/>
              <a:gd name="connsiteY10" fmla="*/ 3752847 h 4067177"/>
              <a:gd name="connsiteX11" fmla="*/ 1258986 w 8412345"/>
              <a:gd name="connsiteY11" fmla="*/ 3524256 h 4067177"/>
              <a:gd name="connsiteX12" fmla="*/ 0 w 8412345"/>
              <a:gd name="connsiteY12" fmla="*/ 0 h 4067177"/>
              <a:gd name="connsiteX0" fmla="*/ 7994333 w 8412345"/>
              <a:gd name="connsiteY0" fmla="*/ 3524256 h 4067177"/>
              <a:gd name="connsiteX1" fmla="*/ 7994333 w 8412345"/>
              <a:gd name="connsiteY1" fmla="*/ 3752847 h 4067177"/>
              <a:gd name="connsiteX2" fmla="*/ 8412344 w 8412345"/>
              <a:gd name="connsiteY2" fmla="*/ 3752847 h 4067177"/>
              <a:gd name="connsiteX3" fmla="*/ 8412344 w 8412345"/>
              <a:gd name="connsiteY3" fmla="*/ 3524256 h 4067177"/>
              <a:gd name="connsiteX4" fmla="*/ 7994333 w 8412345"/>
              <a:gd name="connsiteY4" fmla="*/ 3524256 h 4067177"/>
              <a:gd name="connsiteX5" fmla="*/ 0 w 8412345"/>
              <a:gd name="connsiteY5" fmla="*/ 0 h 4067177"/>
              <a:gd name="connsiteX6" fmla="*/ 8412345 w 8412345"/>
              <a:gd name="connsiteY6" fmla="*/ 0 h 4067177"/>
              <a:gd name="connsiteX7" fmla="*/ 8412345 w 8412345"/>
              <a:gd name="connsiteY7" fmla="*/ 4067177 h 4067177"/>
              <a:gd name="connsiteX8" fmla="*/ 1452936 w 8412345"/>
              <a:gd name="connsiteY8" fmla="*/ 4067177 h 4067177"/>
              <a:gd name="connsiteX9" fmla="*/ 1340647 w 8412345"/>
              <a:gd name="connsiteY9" fmla="*/ 3752847 h 4067177"/>
              <a:gd name="connsiteX10" fmla="*/ 1258986 w 8412345"/>
              <a:gd name="connsiteY10" fmla="*/ 3524256 h 4067177"/>
              <a:gd name="connsiteX11" fmla="*/ 0 w 8412345"/>
              <a:gd name="connsiteY11" fmla="*/ 0 h 4067177"/>
              <a:gd name="connsiteX0" fmla="*/ 7994333 w 8412345"/>
              <a:gd name="connsiteY0" fmla="*/ 3524256 h 4067177"/>
              <a:gd name="connsiteX1" fmla="*/ 7994333 w 8412345"/>
              <a:gd name="connsiteY1" fmla="*/ 3752847 h 4067177"/>
              <a:gd name="connsiteX2" fmla="*/ 8412344 w 8412345"/>
              <a:gd name="connsiteY2" fmla="*/ 3752847 h 4067177"/>
              <a:gd name="connsiteX3" fmla="*/ 8412344 w 8412345"/>
              <a:gd name="connsiteY3" fmla="*/ 3524256 h 4067177"/>
              <a:gd name="connsiteX4" fmla="*/ 7994333 w 8412345"/>
              <a:gd name="connsiteY4" fmla="*/ 3524256 h 4067177"/>
              <a:gd name="connsiteX5" fmla="*/ 0 w 8412345"/>
              <a:gd name="connsiteY5" fmla="*/ 0 h 4067177"/>
              <a:gd name="connsiteX6" fmla="*/ 8412345 w 8412345"/>
              <a:gd name="connsiteY6" fmla="*/ 0 h 4067177"/>
              <a:gd name="connsiteX7" fmla="*/ 8412345 w 8412345"/>
              <a:gd name="connsiteY7" fmla="*/ 4067177 h 4067177"/>
              <a:gd name="connsiteX8" fmla="*/ 1452936 w 8412345"/>
              <a:gd name="connsiteY8" fmla="*/ 4067177 h 4067177"/>
              <a:gd name="connsiteX9" fmla="*/ 1258986 w 8412345"/>
              <a:gd name="connsiteY9" fmla="*/ 3524256 h 4067177"/>
              <a:gd name="connsiteX10" fmla="*/ 0 w 8412345"/>
              <a:gd name="connsiteY10" fmla="*/ 0 h 4067177"/>
              <a:gd name="connsiteX0" fmla="*/ 7994333 w 8412345"/>
              <a:gd name="connsiteY0" fmla="*/ 3524256 h 4067177"/>
              <a:gd name="connsiteX1" fmla="*/ 7994333 w 8412345"/>
              <a:gd name="connsiteY1" fmla="*/ 3752847 h 4067177"/>
              <a:gd name="connsiteX2" fmla="*/ 8412344 w 8412345"/>
              <a:gd name="connsiteY2" fmla="*/ 3752847 h 4067177"/>
              <a:gd name="connsiteX3" fmla="*/ 8412344 w 8412345"/>
              <a:gd name="connsiteY3" fmla="*/ 3524256 h 4067177"/>
              <a:gd name="connsiteX4" fmla="*/ 7994333 w 8412345"/>
              <a:gd name="connsiteY4" fmla="*/ 3524256 h 4067177"/>
              <a:gd name="connsiteX5" fmla="*/ 0 w 8412345"/>
              <a:gd name="connsiteY5" fmla="*/ 0 h 4067177"/>
              <a:gd name="connsiteX6" fmla="*/ 8412345 w 8412345"/>
              <a:gd name="connsiteY6" fmla="*/ 0 h 4067177"/>
              <a:gd name="connsiteX7" fmla="*/ 8412345 w 8412345"/>
              <a:gd name="connsiteY7" fmla="*/ 4067177 h 4067177"/>
              <a:gd name="connsiteX8" fmla="*/ 1452936 w 8412345"/>
              <a:gd name="connsiteY8" fmla="*/ 4067177 h 4067177"/>
              <a:gd name="connsiteX9" fmla="*/ 0 w 8412345"/>
              <a:gd name="connsiteY9" fmla="*/ 0 h 4067177"/>
              <a:gd name="connsiteX0" fmla="*/ 8412344 w 8412345"/>
              <a:gd name="connsiteY0" fmla="*/ 3524256 h 4067177"/>
              <a:gd name="connsiteX1" fmla="*/ 7994333 w 8412345"/>
              <a:gd name="connsiteY1" fmla="*/ 3752847 h 4067177"/>
              <a:gd name="connsiteX2" fmla="*/ 8412344 w 8412345"/>
              <a:gd name="connsiteY2" fmla="*/ 3752847 h 4067177"/>
              <a:gd name="connsiteX3" fmla="*/ 8412344 w 8412345"/>
              <a:gd name="connsiteY3" fmla="*/ 3524256 h 4067177"/>
              <a:gd name="connsiteX4" fmla="*/ 0 w 8412345"/>
              <a:gd name="connsiteY4" fmla="*/ 0 h 4067177"/>
              <a:gd name="connsiteX5" fmla="*/ 8412345 w 8412345"/>
              <a:gd name="connsiteY5" fmla="*/ 0 h 4067177"/>
              <a:gd name="connsiteX6" fmla="*/ 8412345 w 8412345"/>
              <a:gd name="connsiteY6" fmla="*/ 4067177 h 4067177"/>
              <a:gd name="connsiteX7" fmla="*/ 1452936 w 8412345"/>
              <a:gd name="connsiteY7" fmla="*/ 4067177 h 4067177"/>
              <a:gd name="connsiteX8" fmla="*/ 0 w 8412345"/>
              <a:gd name="connsiteY8" fmla="*/ 0 h 4067177"/>
              <a:gd name="connsiteX0" fmla="*/ 8412344 w 8412345"/>
              <a:gd name="connsiteY0" fmla="*/ 3524256 h 4067177"/>
              <a:gd name="connsiteX1" fmla="*/ 8412344 w 8412345"/>
              <a:gd name="connsiteY1" fmla="*/ 3752847 h 4067177"/>
              <a:gd name="connsiteX2" fmla="*/ 8412344 w 8412345"/>
              <a:gd name="connsiteY2" fmla="*/ 3524256 h 4067177"/>
              <a:gd name="connsiteX3" fmla="*/ 0 w 8412345"/>
              <a:gd name="connsiteY3" fmla="*/ 0 h 4067177"/>
              <a:gd name="connsiteX4" fmla="*/ 8412345 w 8412345"/>
              <a:gd name="connsiteY4" fmla="*/ 0 h 4067177"/>
              <a:gd name="connsiteX5" fmla="*/ 8412345 w 8412345"/>
              <a:gd name="connsiteY5" fmla="*/ 4067177 h 4067177"/>
              <a:gd name="connsiteX6" fmla="*/ 1452936 w 8412345"/>
              <a:gd name="connsiteY6" fmla="*/ 4067177 h 4067177"/>
              <a:gd name="connsiteX7" fmla="*/ 0 w 8412345"/>
              <a:gd name="connsiteY7" fmla="*/ 0 h 4067177"/>
              <a:gd name="connsiteX0" fmla="*/ 0 w 8412345"/>
              <a:gd name="connsiteY0" fmla="*/ 0 h 4067177"/>
              <a:gd name="connsiteX1" fmla="*/ 8412345 w 8412345"/>
              <a:gd name="connsiteY1" fmla="*/ 0 h 4067177"/>
              <a:gd name="connsiteX2" fmla="*/ 8412345 w 8412345"/>
              <a:gd name="connsiteY2" fmla="*/ 4067177 h 4067177"/>
              <a:gd name="connsiteX3" fmla="*/ 1452936 w 8412345"/>
              <a:gd name="connsiteY3" fmla="*/ 4067177 h 4067177"/>
              <a:gd name="connsiteX4" fmla="*/ 0 w 8412345"/>
              <a:gd name="connsiteY4" fmla="*/ 0 h 40671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12345" h="4067177">
                <a:moveTo>
                  <a:pt x="0" y="0"/>
                </a:moveTo>
                <a:lnTo>
                  <a:pt x="8412345" y="0"/>
                </a:lnTo>
                <a:lnTo>
                  <a:pt x="8412345" y="4067177"/>
                </a:lnTo>
                <a:lnTo>
                  <a:pt x="1452936" y="4067177"/>
                </a:lnTo>
                <a:lnTo>
                  <a:pt x="0" y="0"/>
                </a:lnTo>
                <a:close/>
              </a:path>
            </a:pathLst>
          </a:custGeom>
          <a:solidFill>
            <a:schemeClr val="bg1">
              <a:lumMod val="95000"/>
            </a:schemeClr>
          </a:solidFill>
        </p:spPr>
        <p:txBody>
          <a:bodyPr wrap="square" anchor="ctr">
            <a:noAutofit/>
          </a:bodyPr>
          <a:lstStyle>
            <a:lvl1pPr marL="0" indent="0" algn="ctr">
              <a:buNone/>
              <a:defRPr sz="1800">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 And Send To Back </a:t>
            </a:r>
            <a:endParaRPr lang="ko-KR" altLang="en-US" dirty="0"/>
          </a:p>
        </p:txBody>
      </p:sp>
      <p:sp>
        <p:nvSpPr>
          <p:cNvPr id="3" name="Picture Placeholder 33">
            <a:extLst>
              <a:ext uri="{FF2B5EF4-FFF2-40B4-BE49-F238E27FC236}">
                <a16:creationId xmlns:a16="http://schemas.microsoft.com/office/drawing/2014/main" id="{98249CAB-AC39-4CCE-919B-8382181E4BB3}"/>
              </a:ext>
            </a:extLst>
          </p:cNvPr>
          <p:cNvSpPr>
            <a:spLocks noGrp="1"/>
          </p:cNvSpPr>
          <p:nvPr>
            <p:ph type="pic" idx="15" hasCustomPrompt="1"/>
          </p:nvPr>
        </p:nvSpPr>
        <p:spPr>
          <a:xfrm>
            <a:off x="0" y="1285875"/>
            <a:ext cx="4432248" cy="4067177"/>
          </a:xfrm>
          <a:custGeom>
            <a:avLst/>
            <a:gdLst>
              <a:gd name="connsiteX0" fmla="*/ 0 w 4432248"/>
              <a:gd name="connsiteY0" fmla="*/ 0 h 4067177"/>
              <a:gd name="connsiteX1" fmla="*/ 571500 w 4432248"/>
              <a:gd name="connsiteY1" fmla="*/ 0 h 4067177"/>
              <a:gd name="connsiteX2" fmla="*/ 904875 w 4432248"/>
              <a:gd name="connsiteY2" fmla="*/ 0 h 4067177"/>
              <a:gd name="connsiteX3" fmla="*/ 2979312 w 4432248"/>
              <a:gd name="connsiteY3" fmla="*/ 0 h 4067177"/>
              <a:gd name="connsiteX4" fmla="*/ 4432248 w 4432248"/>
              <a:gd name="connsiteY4" fmla="*/ 4067177 h 4067177"/>
              <a:gd name="connsiteX5" fmla="*/ 571500 w 4432248"/>
              <a:gd name="connsiteY5" fmla="*/ 4067177 h 4067177"/>
              <a:gd name="connsiteX6" fmla="*/ 571500 w 4432248"/>
              <a:gd name="connsiteY6" fmla="*/ 4067175 h 4067177"/>
              <a:gd name="connsiteX7" fmla="*/ 0 w 4432248"/>
              <a:gd name="connsiteY7" fmla="*/ 4067175 h 4067177"/>
              <a:gd name="connsiteX0" fmla="*/ 0 w 4432248"/>
              <a:gd name="connsiteY0" fmla="*/ 0 h 4067177"/>
              <a:gd name="connsiteX1" fmla="*/ 571500 w 4432248"/>
              <a:gd name="connsiteY1" fmla="*/ 0 h 4067177"/>
              <a:gd name="connsiteX2" fmla="*/ 2979312 w 4432248"/>
              <a:gd name="connsiteY2" fmla="*/ 0 h 4067177"/>
              <a:gd name="connsiteX3" fmla="*/ 4432248 w 4432248"/>
              <a:gd name="connsiteY3" fmla="*/ 4067177 h 4067177"/>
              <a:gd name="connsiteX4" fmla="*/ 571500 w 4432248"/>
              <a:gd name="connsiteY4" fmla="*/ 4067177 h 4067177"/>
              <a:gd name="connsiteX5" fmla="*/ 571500 w 4432248"/>
              <a:gd name="connsiteY5" fmla="*/ 4067175 h 4067177"/>
              <a:gd name="connsiteX6" fmla="*/ 0 w 4432248"/>
              <a:gd name="connsiteY6" fmla="*/ 4067175 h 4067177"/>
              <a:gd name="connsiteX7" fmla="*/ 0 w 4432248"/>
              <a:gd name="connsiteY7" fmla="*/ 0 h 4067177"/>
              <a:gd name="connsiteX0" fmla="*/ 0 w 4432248"/>
              <a:gd name="connsiteY0" fmla="*/ 0 h 4067177"/>
              <a:gd name="connsiteX1" fmla="*/ 2979312 w 4432248"/>
              <a:gd name="connsiteY1" fmla="*/ 0 h 4067177"/>
              <a:gd name="connsiteX2" fmla="*/ 4432248 w 4432248"/>
              <a:gd name="connsiteY2" fmla="*/ 4067177 h 4067177"/>
              <a:gd name="connsiteX3" fmla="*/ 571500 w 4432248"/>
              <a:gd name="connsiteY3" fmla="*/ 4067177 h 4067177"/>
              <a:gd name="connsiteX4" fmla="*/ 571500 w 4432248"/>
              <a:gd name="connsiteY4" fmla="*/ 4067175 h 4067177"/>
              <a:gd name="connsiteX5" fmla="*/ 0 w 4432248"/>
              <a:gd name="connsiteY5" fmla="*/ 4067175 h 4067177"/>
              <a:gd name="connsiteX6" fmla="*/ 0 w 4432248"/>
              <a:gd name="connsiteY6" fmla="*/ 0 h 4067177"/>
              <a:gd name="connsiteX0" fmla="*/ 0 w 4432248"/>
              <a:gd name="connsiteY0" fmla="*/ 0 h 4067177"/>
              <a:gd name="connsiteX1" fmla="*/ 2979312 w 4432248"/>
              <a:gd name="connsiteY1" fmla="*/ 0 h 4067177"/>
              <a:gd name="connsiteX2" fmla="*/ 4432248 w 4432248"/>
              <a:gd name="connsiteY2" fmla="*/ 4067177 h 4067177"/>
              <a:gd name="connsiteX3" fmla="*/ 571500 w 4432248"/>
              <a:gd name="connsiteY3" fmla="*/ 4067177 h 4067177"/>
              <a:gd name="connsiteX4" fmla="*/ 0 w 4432248"/>
              <a:gd name="connsiteY4" fmla="*/ 4067175 h 4067177"/>
              <a:gd name="connsiteX5" fmla="*/ 0 w 4432248"/>
              <a:gd name="connsiteY5" fmla="*/ 0 h 4067177"/>
              <a:gd name="connsiteX0" fmla="*/ 0 w 4432248"/>
              <a:gd name="connsiteY0" fmla="*/ 0 h 4067177"/>
              <a:gd name="connsiteX1" fmla="*/ 2979312 w 4432248"/>
              <a:gd name="connsiteY1" fmla="*/ 0 h 4067177"/>
              <a:gd name="connsiteX2" fmla="*/ 4432248 w 4432248"/>
              <a:gd name="connsiteY2" fmla="*/ 4067177 h 4067177"/>
              <a:gd name="connsiteX3" fmla="*/ 0 w 4432248"/>
              <a:gd name="connsiteY3" fmla="*/ 4067175 h 4067177"/>
              <a:gd name="connsiteX4" fmla="*/ 0 w 4432248"/>
              <a:gd name="connsiteY4" fmla="*/ 0 h 40671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32248" h="4067177">
                <a:moveTo>
                  <a:pt x="0" y="0"/>
                </a:moveTo>
                <a:lnTo>
                  <a:pt x="2979312" y="0"/>
                </a:lnTo>
                <a:lnTo>
                  <a:pt x="4432248" y="4067177"/>
                </a:lnTo>
                <a:lnTo>
                  <a:pt x="0" y="4067175"/>
                </a:lnTo>
                <a:lnTo>
                  <a:pt x="0" y="0"/>
                </a:lnTo>
                <a:close/>
              </a:path>
            </a:pathLst>
          </a:custGeom>
          <a:solidFill>
            <a:schemeClr val="bg1">
              <a:lumMod val="95000"/>
            </a:schemeClr>
          </a:solidFill>
        </p:spPr>
        <p:txBody>
          <a:bodyPr wrap="square" anchor="ctr">
            <a:noAutofit/>
          </a:bodyPr>
          <a:lstStyle>
            <a:lvl1pPr marL="0" indent="0" algn="ctr">
              <a:buNone/>
              <a:defRPr sz="1800">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 </a:t>
            </a:r>
            <a:endParaRPr lang="ko-KR" altLang="en-US" dirty="0"/>
          </a:p>
        </p:txBody>
      </p:sp>
    </p:spTree>
    <p:extLst>
      <p:ext uri="{BB962C8B-B14F-4D97-AF65-F5344CB8AC3E}">
        <p14:creationId xmlns:p14="http://schemas.microsoft.com/office/powerpoint/2010/main" val="37509740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4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63662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5_Contents slide layout">
    <p:spTree>
      <p:nvGrpSpPr>
        <p:cNvPr id="1" name=""/>
        <p:cNvGrpSpPr/>
        <p:nvPr/>
      </p:nvGrpSpPr>
      <p:grpSpPr>
        <a:xfrm>
          <a:off x="0" y="0"/>
          <a:ext cx="0" cy="0"/>
          <a:chOff x="0" y="0"/>
          <a:chExt cx="0" cy="0"/>
        </a:xfrm>
      </p:grpSpPr>
      <p:sp>
        <p:nvSpPr>
          <p:cNvPr id="2" name="Picture Placeholder 9">
            <a:extLst>
              <a:ext uri="{FF2B5EF4-FFF2-40B4-BE49-F238E27FC236}">
                <a16:creationId xmlns:a16="http://schemas.microsoft.com/office/drawing/2014/main" id="{6D0E4AAB-0F04-4DBA-B80B-E677726620AB}"/>
              </a:ext>
            </a:extLst>
          </p:cNvPr>
          <p:cNvSpPr>
            <a:spLocks noGrp="1"/>
          </p:cNvSpPr>
          <p:nvPr>
            <p:ph type="pic" sz="quarter" idx="10" hasCustomPrompt="1"/>
          </p:nvPr>
        </p:nvSpPr>
        <p:spPr>
          <a:xfrm>
            <a:off x="0" y="-1"/>
            <a:ext cx="12192000" cy="4580547"/>
          </a:xfrm>
          <a:prstGeom prst="rect">
            <a:avLst/>
          </a:prstGeom>
          <a:solidFill>
            <a:schemeClr val="bg1">
              <a:lumMod val="95000"/>
            </a:schemeClr>
          </a:solidFill>
        </p:spPr>
        <p:txBody>
          <a:bodyPr anchor="ctr"/>
          <a:lstStyle>
            <a:lvl1pPr marL="0" marR="0" indent="0" algn="ctr" defTabSz="914446" rtl="0" eaLnBrk="1" fontAlgn="auto" latinLnBrk="1" hangingPunct="1">
              <a:lnSpc>
                <a:spcPct val="100000"/>
              </a:lnSpc>
              <a:spcBef>
                <a:spcPct val="20000"/>
              </a:spcBef>
              <a:spcAft>
                <a:spcPts val="0"/>
              </a:spcAft>
              <a:buClrTx/>
              <a:buSzTx/>
              <a:buFont typeface="Arial" pitchFamily="34" charset="0"/>
              <a:buNone/>
              <a:tabLst/>
              <a:defRPr sz="1200">
                <a:solidFill>
                  <a:schemeClr val="tx1">
                    <a:lumMod val="75000"/>
                    <a:lumOff val="25000"/>
                  </a:schemeClr>
                </a:solidFill>
                <a:latin typeface="+mn-lt"/>
              </a:defRPr>
            </a:lvl1pPr>
          </a:lstStyle>
          <a:p>
            <a:pPr marL="0" lvl="0" algn="ctr"/>
            <a:r>
              <a:rPr lang="en-US" altLang="ko-KR" dirty="0"/>
              <a:t>Place Your Picture Here And Send To Back</a:t>
            </a:r>
            <a:endParaRPr lang="ko-KR" altLang="en-US" dirty="0"/>
          </a:p>
        </p:txBody>
      </p:sp>
    </p:spTree>
    <p:extLst>
      <p:ext uri="{BB962C8B-B14F-4D97-AF65-F5344CB8AC3E}">
        <p14:creationId xmlns:p14="http://schemas.microsoft.com/office/powerpoint/2010/main" val="39649280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6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748309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7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96040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NG sets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9" y="332482"/>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PNG &amp; Shapes Layout</a:t>
            </a:r>
          </a:p>
        </p:txBody>
      </p:sp>
    </p:spTree>
    <p:extLst>
      <p:ext uri="{BB962C8B-B14F-4D97-AF65-F5344CB8AC3E}">
        <p14:creationId xmlns:p14="http://schemas.microsoft.com/office/powerpoint/2010/main" val="244639275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Icon sets layout">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9" y="123478"/>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Icon Sets Layout</a:t>
            </a:r>
          </a:p>
        </p:txBody>
      </p:sp>
      <p:sp>
        <p:nvSpPr>
          <p:cNvPr id="3" name="Rounded Rectangle 2"/>
          <p:cNvSpPr/>
          <p:nvPr userDrawn="1"/>
        </p:nvSpPr>
        <p:spPr>
          <a:xfrm>
            <a:off x="354010" y="1131591"/>
            <a:ext cx="3560767" cy="540256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p>
        </p:txBody>
      </p:sp>
      <p:sp>
        <p:nvSpPr>
          <p:cNvPr id="4" name="Rounded Rectangle 3"/>
          <p:cNvSpPr/>
          <p:nvPr userDrawn="1"/>
        </p:nvSpPr>
        <p:spPr>
          <a:xfrm>
            <a:off x="531933" y="1347500"/>
            <a:ext cx="153868" cy="5015200"/>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bg1"/>
              </a:solidFill>
            </a:endParaRPr>
          </a:p>
        </p:txBody>
      </p:sp>
      <p:sp>
        <p:nvSpPr>
          <p:cNvPr id="5" name="Half Frame 4"/>
          <p:cNvSpPr/>
          <p:nvPr userDrawn="1"/>
        </p:nvSpPr>
        <p:spPr>
          <a:xfrm rot="5400000">
            <a:off x="3057177" y="1276653"/>
            <a:ext cx="685849" cy="685148"/>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tx1">
                  <a:lumMod val="85000"/>
                  <a:lumOff val="15000"/>
                </a:schemeClr>
              </a:solidFill>
            </a:endParaRPr>
          </a:p>
        </p:txBody>
      </p:sp>
      <p:sp>
        <p:nvSpPr>
          <p:cNvPr id="58" name="TextBox 57">
            <a:extLst>
              <a:ext uri="{FF2B5EF4-FFF2-40B4-BE49-F238E27FC236}">
                <a16:creationId xmlns:a16="http://schemas.microsoft.com/office/drawing/2014/main" id="{5644E8BB-F13A-4AE0-889E-633DE4143787}"/>
              </a:ext>
            </a:extLst>
          </p:cNvPr>
          <p:cNvSpPr txBox="1"/>
          <p:nvPr userDrawn="1"/>
        </p:nvSpPr>
        <p:spPr>
          <a:xfrm>
            <a:off x="711704" y="1637214"/>
            <a:ext cx="2232248" cy="523220"/>
          </a:xfrm>
          <a:prstGeom prst="rect">
            <a:avLst/>
          </a:prstGeom>
          <a:noFill/>
        </p:spPr>
        <p:txBody>
          <a:bodyPr wrap="square" rtlCol="0" anchor="ctr">
            <a:spAutoFit/>
          </a:bodyPr>
          <a:lstStyle/>
          <a:p>
            <a:r>
              <a:rPr lang="en-US" altLang="ko-KR" sz="1400" b="1" dirty="0">
                <a:solidFill>
                  <a:schemeClr val="bg1"/>
                </a:solidFill>
                <a:latin typeface="Arial" pitchFamily="34" charset="0"/>
                <a:cs typeface="Arial" pitchFamily="34" charset="0"/>
              </a:rPr>
              <a:t>You can Resize without losing quality</a:t>
            </a:r>
            <a:endParaRPr lang="ko-KR" altLang="en-US" sz="1400" b="1" dirty="0">
              <a:solidFill>
                <a:schemeClr val="bg1"/>
              </a:solidFill>
              <a:latin typeface="Arial" pitchFamily="34" charset="0"/>
              <a:cs typeface="Arial" pitchFamily="34" charset="0"/>
            </a:endParaRPr>
          </a:p>
        </p:txBody>
      </p:sp>
      <p:sp>
        <p:nvSpPr>
          <p:cNvPr id="59" name="TextBox 58">
            <a:extLst>
              <a:ext uri="{FF2B5EF4-FFF2-40B4-BE49-F238E27FC236}">
                <a16:creationId xmlns:a16="http://schemas.microsoft.com/office/drawing/2014/main" id="{F2CE2B8B-ED32-491A-95B2-D28904BC432C}"/>
              </a:ext>
            </a:extLst>
          </p:cNvPr>
          <p:cNvSpPr txBox="1"/>
          <p:nvPr userDrawn="1"/>
        </p:nvSpPr>
        <p:spPr>
          <a:xfrm>
            <a:off x="711704" y="2127463"/>
            <a:ext cx="2232248" cy="738664"/>
          </a:xfrm>
          <a:prstGeom prst="rect">
            <a:avLst/>
          </a:prstGeom>
          <a:noFill/>
        </p:spPr>
        <p:txBody>
          <a:bodyPr wrap="square" rtlCol="0" anchor="ctr">
            <a:spAutoFit/>
          </a:bodyPr>
          <a:lstStyle/>
          <a:p>
            <a:r>
              <a:rPr lang="en-US" altLang="ko-KR" sz="1400" b="1" dirty="0">
                <a:solidFill>
                  <a:schemeClr val="bg1"/>
                </a:solidFill>
                <a:latin typeface="Arial" pitchFamily="34" charset="0"/>
                <a:cs typeface="Arial" pitchFamily="34" charset="0"/>
              </a:rPr>
              <a:t>You can Change Fill Color &amp;</a:t>
            </a:r>
          </a:p>
          <a:p>
            <a:r>
              <a:rPr lang="en-US" altLang="ko-KR" sz="1400" b="1" dirty="0">
                <a:solidFill>
                  <a:schemeClr val="bg1"/>
                </a:solidFill>
                <a:latin typeface="Arial" pitchFamily="34" charset="0"/>
                <a:cs typeface="Arial" pitchFamily="34" charset="0"/>
              </a:rPr>
              <a:t>Line Color</a:t>
            </a:r>
            <a:endParaRPr lang="ko-KR" altLang="en-US" sz="1400" b="1" dirty="0">
              <a:solidFill>
                <a:schemeClr val="bg1"/>
              </a:solidFill>
              <a:latin typeface="Arial" pitchFamily="34" charset="0"/>
              <a:cs typeface="Arial" pitchFamily="34" charset="0"/>
            </a:endParaRPr>
          </a:p>
        </p:txBody>
      </p:sp>
      <p:sp>
        <p:nvSpPr>
          <p:cNvPr id="60" name="TextBox 59">
            <a:extLst>
              <a:ext uri="{FF2B5EF4-FFF2-40B4-BE49-F238E27FC236}">
                <a16:creationId xmlns:a16="http://schemas.microsoft.com/office/drawing/2014/main" id="{962A52DF-2523-4479-BFA3-B5ACE9887E1C}"/>
              </a:ext>
            </a:extLst>
          </p:cNvPr>
          <p:cNvSpPr txBox="1"/>
          <p:nvPr userDrawn="1"/>
        </p:nvSpPr>
        <p:spPr>
          <a:xfrm>
            <a:off x="721229" y="5808438"/>
            <a:ext cx="2232000" cy="307777"/>
          </a:xfrm>
          <a:prstGeom prst="rect">
            <a:avLst/>
          </a:prstGeom>
          <a:noFill/>
        </p:spPr>
        <p:txBody>
          <a:bodyPr wrap="square" rtlCol="0" anchor="ctr">
            <a:spAutoFit/>
          </a:bodyPr>
          <a:lstStyle/>
          <a:p>
            <a:r>
              <a:rPr lang="en-US" altLang="ko-KR" sz="1400" dirty="0">
                <a:solidFill>
                  <a:schemeClr val="bg1"/>
                </a:solidFill>
                <a:latin typeface="Arial" pitchFamily="34" charset="0"/>
                <a:cs typeface="Arial" pitchFamily="34" charset="0"/>
              </a:rPr>
              <a:t>www.allppt.com</a:t>
            </a:r>
            <a:endParaRPr lang="ko-KR" altLang="en-US" sz="1400" dirty="0">
              <a:solidFill>
                <a:schemeClr val="bg1"/>
              </a:solidFill>
              <a:latin typeface="Arial" pitchFamily="34" charset="0"/>
              <a:cs typeface="Arial" pitchFamily="34" charset="0"/>
            </a:endParaRPr>
          </a:p>
        </p:txBody>
      </p:sp>
      <p:sp>
        <p:nvSpPr>
          <p:cNvPr id="61" name="TextBox 60">
            <a:extLst>
              <a:ext uri="{FF2B5EF4-FFF2-40B4-BE49-F238E27FC236}">
                <a16:creationId xmlns:a16="http://schemas.microsoft.com/office/drawing/2014/main" id="{BAAC314F-E96A-4408-95DE-A70E9ED054AF}"/>
              </a:ext>
            </a:extLst>
          </p:cNvPr>
          <p:cNvSpPr txBox="1"/>
          <p:nvPr userDrawn="1"/>
        </p:nvSpPr>
        <p:spPr>
          <a:xfrm>
            <a:off x="721229" y="4450324"/>
            <a:ext cx="2717296" cy="1384995"/>
          </a:xfrm>
          <a:prstGeom prst="rect">
            <a:avLst/>
          </a:prstGeom>
          <a:noFill/>
        </p:spPr>
        <p:txBody>
          <a:bodyPr wrap="square" rtlCol="0" anchor="ctr">
            <a:spAutoFit/>
          </a:bodyPr>
          <a:lstStyle/>
          <a:p>
            <a:r>
              <a:rPr lang="en-US" altLang="ko-KR" sz="2800" b="1" dirty="0">
                <a:solidFill>
                  <a:schemeClr val="bg1"/>
                </a:solidFill>
                <a:latin typeface="+mn-lt"/>
                <a:ea typeface="+mn-ea"/>
                <a:cs typeface="Arial" pitchFamily="34" charset="0"/>
              </a:rPr>
              <a:t>FREE </a:t>
            </a:r>
          </a:p>
          <a:p>
            <a:r>
              <a:rPr lang="en-US" altLang="ko-KR" sz="2800" b="1" dirty="0">
                <a:solidFill>
                  <a:schemeClr val="bg1"/>
                </a:solidFill>
                <a:latin typeface="+mn-lt"/>
                <a:ea typeface="+mn-ea"/>
                <a:cs typeface="Arial" pitchFamily="34" charset="0"/>
              </a:rPr>
              <a:t>PPT TEMPLATES</a:t>
            </a:r>
          </a:p>
        </p:txBody>
      </p:sp>
    </p:spTree>
    <p:extLst>
      <p:ext uri="{BB962C8B-B14F-4D97-AF65-F5344CB8AC3E}">
        <p14:creationId xmlns:p14="http://schemas.microsoft.com/office/powerpoint/2010/main" val="31367658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ection Break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8472024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slideLayout" Target="../slideLayouts/slideLayout15.xml"/><Relationship Id="rId18" Type="http://schemas.openxmlformats.org/officeDocument/2006/relationships/slideLayout" Target="../slideLayouts/slideLayout20.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17" Type="http://schemas.openxmlformats.org/officeDocument/2006/relationships/slideLayout" Target="../slideLayouts/slideLayout19.xml"/><Relationship Id="rId2" Type="http://schemas.openxmlformats.org/officeDocument/2006/relationships/slideLayout" Target="../slideLayouts/slideLayout4.xml"/><Relationship Id="rId16" Type="http://schemas.openxmlformats.org/officeDocument/2006/relationships/slideLayout" Target="../slideLayouts/slideLayout18.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5" Type="http://schemas.openxmlformats.org/officeDocument/2006/relationships/slideLayout" Target="../slideLayouts/slideLayout17.xml"/><Relationship Id="rId10" Type="http://schemas.openxmlformats.org/officeDocument/2006/relationships/slideLayout" Target="../slideLayouts/slideLayout12.xml"/><Relationship Id="rId19" Type="http://schemas.openxmlformats.org/officeDocument/2006/relationships/theme" Target="../theme/theme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5990320"/>
      </p:ext>
    </p:extLst>
  </p:cSld>
  <p:clrMap bg1="lt1" tx1="dk1" bg2="lt2" tx2="dk2" accent1="accent1" accent2="accent2" accent3="accent3" accent4="accent4" accent5="accent5" accent6="accent6" hlink="hlink" folHlink="folHlink"/>
  <p:sldLayoutIdLst>
    <p:sldLayoutId id="2147483649" r:id="rId1"/>
    <p:sldLayoutId id="2147483650" r:id="rId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5311501"/>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75" r:id="rId4"/>
    <p:sldLayoutId id="2147483676" r:id="rId5"/>
    <p:sldLayoutId id="2147483678" r:id="rId6"/>
    <p:sldLayoutId id="2147483679" r:id="rId7"/>
    <p:sldLayoutId id="2147483680" r:id="rId8"/>
    <p:sldLayoutId id="2147483682" r:id="rId9"/>
    <p:sldLayoutId id="2147483683" r:id="rId10"/>
    <p:sldLayoutId id="2147483684" r:id="rId11"/>
    <p:sldLayoutId id="2147483685" r:id="rId12"/>
    <p:sldLayoutId id="2147483686" r:id="rId13"/>
    <p:sldLayoutId id="2147483689" r:id="rId14"/>
    <p:sldLayoutId id="2147483687" r:id="rId15"/>
    <p:sldLayoutId id="2147483688" r:id="rId16"/>
    <p:sldLayoutId id="2147483671" r:id="rId17"/>
    <p:sldLayoutId id="2147483672"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8408049"/>
      </p:ext>
    </p:extLst>
  </p:cSld>
  <p:clrMap bg1="lt1" tx1="dk1" bg2="lt2" tx2="dk2" accent1="accent1" accent2="accent2" accent3="accent3" accent4="accent4" accent5="accent5" accent6="accent6" hlink="hlink" folHlink="folHlink"/>
  <p:sldLayoutIdLst>
    <p:sldLayoutId id="2147483674"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1.xml"/><Relationship Id="rId5" Type="http://schemas.openxmlformats.org/officeDocument/2006/relationships/image" Target="../media/image16.png"/><Relationship Id="rId4" Type="http://schemas.openxmlformats.org/officeDocument/2006/relationships/image" Target="../media/image15.png"/></Relationships>
</file>

<file path=ppt/slides/_rels/slide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34">
            <a:extLst>
              <a:ext uri="{FF2B5EF4-FFF2-40B4-BE49-F238E27FC236}">
                <a16:creationId xmlns:a16="http://schemas.microsoft.com/office/drawing/2014/main" id="{AF0D90FD-3E28-4722-97C4-8CCC735E8F08}"/>
              </a:ext>
            </a:extLst>
          </p:cNvPr>
          <p:cNvSpPr txBox="1"/>
          <p:nvPr/>
        </p:nvSpPr>
        <p:spPr>
          <a:xfrm>
            <a:off x="5961709" y="3358258"/>
            <a:ext cx="5741457" cy="2585323"/>
          </a:xfrm>
          <a:prstGeom prst="rect">
            <a:avLst/>
          </a:prstGeom>
          <a:noFill/>
        </p:spPr>
        <p:txBody>
          <a:bodyPr wrap="square" rtlCol="0" anchor="ctr">
            <a:spAutoFit/>
          </a:bodyPr>
          <a:lstStyle/>
          <a:p>
            <a:pPr algn="r"/>
            <a:r>
              <a:rPr lang="en-US" sz="5400" dirty="0">
                <a:solidFill>
                  <a:schemeClr val="bg1"/>
                </a:solidFill>
                <a:latin typeface="+mj-lt"/>
              </a:rPr>
              <a:t>INFORMATION Security </a:t>
            </a:r>
          </a:p>
          <a:p>
            <a:pPr algn="r"/>
            <a:endParaRPr lang="ko-KR" altLang="en-US" sz="5400" dirty="0">
              <a:solidFill>
                <a:schemeClr val="bg1"/>
              </a:solidFill>
              <a:latin typeface="+mj-lt"/>
              <a:cs typeface="Arial" pitchFamily="34" charset="0"/>
            </a:endParaRPr>
          </a:p>
        </p:txBody>
      </p:sp>
      <p:sp>
        <p:nvSpPr>
          <p:cNvPr id="36" name="TextBox 35">
            <a:extLst>
              <a:ext uri="{FF2B5EF4-FFF2-40B4-BE49-F238E27FC236}">
                <a16:creationId xmlns:a16="http://schemas.microsoft.com/office/drawing/2014/main" id="{12E22EC9-32B2-4C76-BCA0-9B27E0E418E1}"/>
              </a:ext>
            </a:extLst>
          </p:cNvPr>
          <p:cNvSpPr txBox="1"/>
          <p:nvPr/>
        </p:nvSpPr>
        <p:spPr>
          <a:xfrm>
            <a:off x="5961779" y="5961489"/>
            <a:ext cx="5741388" cy="379656"/>
          </a:xfrm>
          <a:prstGeom prst="rect">
            <a:avLst/>
          </a:prstGeom>
          <a:noFill/>
        </p:spPr>
        <p:txBody>
          <a:bodyPr wrap="square" rtlCol="0" anchor="ctr">
            <a:spAutoFit/>
          </a:bodyPr>
          <a:lstStyle/>
          <a:p>
            <a:pPr algn="r"/>
            <a:r>
              <a:rPr lang="en-US" altLang="ko-KR" sz="1867" dirty="0">
                <a:solidFill>
                  <a:schemeClr val="bg1"/>
                </a:solidFill>
                <a:cs typeface="Arial" pitchFamily="34" charset="0"/>
              </a:rPr>
              <a:t>MAN IN THE MIDDLE ATTACK</a:t>
            </a:r>
            <a:endParaRPr lang="ko-KR" altLang="en-US" sz="1867" dirty="0">
              <a:solidFill>
                <a:schemeClr val="bg1"/>
              </a:solidFill>
              <a:cs typeface="Arial" pitchFamily="34" charset="0"/>
            </a:endParaRPr>
          </a:p>
        </p:txBody>
      </p:sp>
    </p:spTree>
    <p:extLst>
      <p:ext uri="{BB962C8B-B14F-4D97-AF65-F5344CB8AC3E}">
        <p14:creationId xmlns:p14="http://schemas.microsoft.com/office/powerpoint/2010/main" val="26528630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5A4BDA0-C270-4764-9C18-A593BCE2C965}"/>
              </a:ext>
            </a:extLst>
          </p:cNvPr>
          <p:cNvSpPr txBox="1"/>
          <p:nvPr/>
        </p:nvSpPr>
        <p:spPr>
          <a:xfrm>
            <a:off x="775063" y="1040289"/>
            <a:ext cx="8300357" cy="584775"/>
          </a:xfrm>
          <a:prstGeom prst="rect">
            <a:avLst/>
          </a:prstGeom>
          <a:noFill/>
        </p:spPr>
        <p:txBody>
          <a:bodyPr wrap="square" rtlCol="0" anchor="ctr">
            <a:spAutoFit/>
          </a:bodyPr>
          <a:lstStyle/>
          <a:p>
            <a:r>
              <a:rPr lang="en-US" sz="3200" b="1" dirty="0">
                <a:solidFill>
                  <a:srgbClr val="0F4761"/>
                </a:solidFill>
                <a:latin typeface="Arial"/>
              </a:rPr>
              <a:t>Man-in-the-Middle Attack</a:t>
            </a:r>
            <a:endParaRPr lang="ko-KR" altLang="en-US" sz="3200" b="1" dirty="0">
              <a:solidFill>
                <a:schemeClr val="bg1"/>
              </a:solidFill>
              <a:cs typeface="Arial" pitchFamily="34" charset="0"/>
            </a:endParaRPr>
          </a:p>
        </p:txBody>
      </p:sp>
      <p:grpSp>
        <p:nvGrpSpPr>
          <p:cNvPr id="5" name="Group 4">
            <a:extLst>
              <a:ext uri="{FF2B5EF4-FFF2-40B4-BE49-F238E27FC236}">
                <a16:creationId xmlns:a16="http://schemas.microsoft.com/office/drawing/2014/main" id="{38877758-0130-4B47-B37B-2645E0648265}"/>
              </a:ext>
            </a:extLst>
          </p:cNvPr>
          <p:cNvGrpSpPr/>
          <p:nvPr/>
        </p:nvGrpSpPr>
        <p:grpSpPr>
          <a:xfrm>
            <a:off x="6096000" y="1112867"/>
            <a:ext cx="5007350" cy="1431781"/>
            <a:chOff x="756138" y="869027"/>
            <a:chExt cx="5007350" cy="1431781"/>
          </a:xfrm>
        </p:grpSpPr>
        <p:sp>
          <p:nvSpPr>
            <p:cNvPr id="6" name="TextBox 5">
              <a:extLst>
                <a:ext uri="{FF2B5EF4-FFF2-40B4-BE49-F238E27FC236}">
                  <a16:creationId xmlns:a16="http://schemas.microsoft.com/office/drawing/2014/main" id="{2947E2A2-80C5-4050-946D-2423EA7FB990}"/>
                </a:ext>
              </a:extLst>
            </p:cNvPr>
            <p:cNvSpPr txBox="1"/>
            <p:nvPr/>
          </p:nvSpPr>
          <p:spPr>
            <a:xfrm>
              <a:off x="756138" y="1100479"/>
              <a:ext cx="1292103" cy="1200329"/>
            </a:xfrm>
            <a:prstGeom prst="rect">
              <a:avLst/>
            </a:prstGeom>
            <a:noFill/>
          </p:spPr>
          <p:txBody>
            <a:bodyPr wrap="square" lIns="108000" rIns="108000" rtlCol="0">
              <a:spAutoFit/>
            </a:bodyPr>
            <a:lstStyle/>
            <a:p>
              <a:pPr algn="r"/>
              <a:r>
                <a:rPr lang="en-US" altLang="ko-KR" sz="7200" b="1" dirty="0">
                  <a:solidFill>
                    <a:schemeClr val="accent1">
                      <a:alpha val="40000"/>
                    </a:schemeClr>
                  </a:solidFill>
                  <a:cs typeface="Arial" pitchFamily="34" charset="0"/>
                </a:rPr>
                <a:t>01</a:t>
              </a:r>
              <a:endParaRPr lang="ko-KR" altLang="en-US" sz="7200" b="1" dirty="0">
                <a:solidFill>
                  <a:schemeClr val="accent1">
                    <a:alpha val="40000"/>
                  </a:schemeClr>
                </a:solidFill>
                <a:cs typeface="Arial" pitchFamily="34" charset="0"/>
              </a:endParaRPr>
            </a:p>
          </p:txBody>
        </p:sp>
        <p:grpSp>
          <p:nvGrpSpPr>
            <p:cNvPr id="7" name="Group 6">
              <a:extLst>
                <a:ext uri="{FF2B5EF4-FFF2-40B4-BE49-F238E27FC236}">
                  <a16:creationId xmlns:a16="http://schemas.microsoft.com/office/drawing/2014/main" id="{A1E97F1F-60CF-46F5-A856-4F4172FF2478}"/>
                </a:ext>
              </a:extLst>
            </p:cNvPr>
            <p:cNvGrpSpPr/>
            <p:nvPr/>
          </p:nvGrpSpPr>
          <p:grpSpPr>
            <a:xfrm>
              <a:off x="1538090" y="869027"/>
              <a:ext cx="4225398" cy="1160553"/>
              <a:chOff x="667652" y="940820"/>
              <a:chExt cx="4225398" cy="1160553"/>
            </a:xfrm>
          </p:grpSpPr>
          <p:sp>
            <p:nvSpPr>
              <p:cNvPr id="8" name="TextBox 7">
                <a:extLst>
                  <a:ext uri="{FF2B5EF4-FFF2-40B4-BE49-F238E27FC236}">
                    <a16:creationId xmlns:a16="http://schemas.microsoft.com/office/drawing/2014/main" id="{ABEF3D05-DBED-477E-AB55-60CAC33E919F}"/>
                  </a:ext>
                </a:extLst>
              </p:cNvPr>
              <p:cNvSpPr txBox="1"/>
              <p:nvPr/>
            </p:nvSpPr>
            <p:spPr>
              <a:xfrm>
                <a:off x="667652" y="940820"/>
                <a:ext cx="4225398" cy="584775"/>
              </a:xfrm>
              <a:prstGeom prst="rect">
                <a:avLst/>
              </a:prstGeom>
              <a:noFill/>
            </p:spPr>
            <p:txBody>
              <a:bodyPr wrap="square" lIns="108000" rIns="108000" rtlCol="0">
                <a:spAutoFit/>
              </a:bodyPr>
              <a:lstStyle/>
              <a:p>
                <a:r>
                  <a:rPr lang="en-US" sz="1600" b="1" u="sng" dirty="0">
                    <a:solidFill>
                      <a:schemeClr val="bg1"/>
                    </a:solidFill>
                    <a:latin typeface="Arial"/>
                  </a:rPr>
                  <a:t> Step-by-Step Guide</a:t>
                </a:r>
              </a:p>
              <a:p>
                <a:endParaRPr lang="ko-KR" altLang="en-US" sz="1600" b="1" u="sng" dirty="0">
                  <a:solidFill>
                    <a:schemeClr val="bg1"/>
                  </a:solidFill>
                  <a:cs typeface="Arial" pitchFamily="34" charset="0"/>
                </a:endParaRPr>
              </a:p>
            </p:txBody>
          </p:sp>
          <p:sp>
            <p:nvSpPr>
              <p:cNvPr id="9" name="TextBox 8">
                <a:extLst>
                  <a:ext uri="{FF2B5EF4-FFF2-40B4-BE49-F238E27FC236}">
                    <a16:creationId xmlns:a16="http://schemas.microsoft.com/office/drawing/2014/main" id="{3ED9CA4B-818D-4FC2-B606-12A65F5454AA}"/>
                  </a:ext>
                </a:extLst>
              </p:cNvPr>
              <p:cNvSpPr txBox="1"/>
              <p:nvPr/>
            </p:nvSpPr>
            <p:spPr>
              <a:xfrm>
                <a:off x="1053147" y="1455042"/>
                <a:ext cx="3647840" cy="646331"/>
              </a:xfrm>
              <a:prstGeom prst="rect">
                <a:avLst/>
              </a:prstGeom>
              <a:noFill/>
            </p:spPr>
            <p:txBody>
              <a:bodyPr wrap="square" rtlCol="0" anchor="ctr">
                <a:spAutoFit/>
              </a:bodyPr>
              <a:lstStyle/>
              <a:p>
                <a:pPr marL="171459" indent="-171459">
                  <a:buFont typeface="Wingdings" panose="05000000000000000000" pitchFamily="2" charset="2"/>
                  <a:buChar char="Ø"/>
                </a:pPr>
                <a:r>
                  <a:rPr lang="en-US" altLang="ko-KR" sz="1200" dirty="0">
                    <a:solidFill>
                      <a:schemeClr val="bg1"/>
                    </a:solidFill>
                    <a:cs typeface="Arial" pitchFamily="34" charset="0"/>
                  </a:rPr>
                  <a:t> </a:t>
                </a:r>
                <a:r>
                  <a:rPr lang="en-US" sz="1200" dirty="0">
                    <a:solidFill>
                      <a:schemeClr val="bg1"/>
                    </a:solidFill>
                    <a:latin typeface="Arial"/>
                  </a:rPr>
                  <a:t>Enable Mobile Hotspot:</a:t>
                </a:r>
              </a:p>
              <a:p>
                <a:pPr marL="171459" indent="-171459">
                  <a:buFont typeface="Wingdings" panose="05000000000000000000" pitchFamily="2" charset="2"/>
                  <a:buChar char="Ø"/>
                </a:pPr>
                <a:r>
                  <a:rPr lang="en-US" sz="1200" dirty="0">
                    <a:solidFill>
                      <a:schemeClr val="bg1"/>
                    </a:solidFill>
                    <a:latin typeface="Arial"/>
                  </a:rPr>
                  <a:t>Share your mobile's hotspot. Check if any device connects to the hotspot. If it does, proceed.</a:t>
                </a:r>
                <a:endParaRPr lang="en-US" altLang="ko-KR" sz="1200" dirty="0">
                  <a:solidFill>
                    <a:schemeClr val="bg1"/>
                  </a:solidFill>
                  <a:cs typeface="Arial" pitchFamily="34" charset="0"/>
                </a:endParaRPr>
              </a:p>
            </p:txBody>
          </p:sp>
        </p:grpSp>
      </p:grpSp>
      <p:grpSp>
        <p:nvGrpSpPr>
          <p:cNvPr id="10" name="Group 9">
            <a:extLst>
              <a:ext uri="{FF2B5EF4-FFF2-40B4-BE49-F238E27FC236}">
                <a16:creationId xmlns:a16="http://schemas.microsoft.com/office/drawing/2014/main" id="{DE430930-E28C-4495-AA16-BE8B4280B144}"/>
              </a:ext>
            </a:extLst>
          </p:cNvPr>
          <p:cNvGrpSpPr/>
          <p:nvPr/>
        </p:nvGrpSpPr>
        <p:grpSpPr>
          <a:xfrm>
            <a:off x="6096000" y="3098295"/>
            <a:ext cx="4815287" cy="1200329"/>
            <a:chOff x="756138" y="1100479"/>
            <a:chExt cx="4815287" cy="1200329"/>
          </a:xfrm>
        </p:grpSpPr>
        <p:sp>
          <p:nvSpPr>
            <p:cNvPr id="11" name="TextBox 10">
              <a:extLst>
                <a:ext uri="{FF2B5EF4-FFF2-40B4-BE49-F238E27FC236}">
                  <a16:creationId xmlns:a16="http://schemas.microsoft.com/office/drawing/2014/main" id="{D4042D83-6D94-4C7D-AF7E-6001991A5C32}"/>
                </a:ext>
              </a:extLst>
            </p:cNvPr>
            <p:cNvSpPr txBox="1"/>
            <p:nvPr/>
          </p:nvSpPr>
          <p:spPr>
            <a:xfrm>
              <a:off x="756138" y="1100479"/>
              <a:ext cx="1292103" cy="1200329"/>
            </a:xfrm>
            <a:prstGeom prst="rect">
              <a:avLst/>
            </a:prstGeom>
            <a:noFill/>
          </p:spPr>
          <p:txBody>
            <a:bodyPr wrap="square" lIns="108000" rIns="108000" rtlCol="0">
              <a:spAutoFit/>
            </a:bodyPr>
            <a:lstStyle/>
            <a:p>
              <a:pPr algn="r"/>
              <a:r>
                <a:rPr lang="en-US" altLang="ko-KR" sz="7200" b="1" dirty="0">
                  <a:solidFill>
                    <a:schemeClr val="accent2">
                      <a:alpha val="40000"/>
                    </a:schemeClr>
                  </a:solidFill>
                  <a:cs typeface="Arial" pitchFamily="34" charset="0"/>
                </a:rPr>
                <a:t>02</a:t>
              </a:r>
              <a:endParaRPr lang="ko-KR" altLang="en-US" sz="7200" b="1" dirty="0">
                <a:solidFill>
                  <a:schemeClr val="accent2">
                    <a:alpha val="40000"/>
                  </a:schemeClr>
                </a:solidFill>
                <a:cs typeface="Arial" pitchFamily="34" charset="0"/>
              </a:endParaRPr>
            </a:p>
          </p:txBody>
        </p:sp>
        <p:sp>
          <p:nvSpPr>
            <p:cNvPr id="14" name="TextBox 13">
              <a:extLst>
                <a:ext uri="{FF2B5EF4-FFF2-40B4-BE49-F238E27FC236}">
                  <a16:creationId xmlns:a16="http://schemas.microsoft.com/office/drawing/2014/main" id="{80265188-9BE9-4313-A539-6528A964AACD}"/>
                </a:ext>
              </a:extLst>
            </p:cNvPr>
            <p:cNvSpPr txBox="1"/>
            <p:nvPr/>
          </p:nvSpPr>
          <p:spPr>
            <a:xfrm>
              <a:off x="1923585" y="1383249"/>
              <a:ext cx="3647840" cy="646331"/>
            </a:xfrm>
            <a:prstGeom prst="rect">
              <a:avLst/>
            </a:prstGeom>
            <a:noFill/>
          </p:spPr>
          <p:txBody>
            <a:bodyPr wrap="square" rtlCol="0" anchor="ctr">
              <a:spAutoFit/>
            </a:bodyPr>
            <a:lstStyle/>
            <a:p>
              <a:pPr marL="171459" indent="-171459">
                <a:buFont typeface="Wingdings" panose="05000000000000000000" pitchFamily="2" charset="2"/>
                <a:buChar char="Ø"/>
              </a:pPr>
              <a:r>
                <a:rPr lang="en-US" sz="1200" dirty="0">
                  <a:solidFill>
                    <a:schemeClr val="bg1"/>
                  </a:solidFill>
                  <a:latin typeface="Arial"/>
                </a:rPr>
                <a:t>Connect Linux System.</a:t>
              </a:r>
            </a:p>
            <a:p>
              <a:pPr marL="171459" indent="-171459">
                <a:buFont typeface="Wingdings" panose="05000000000000000000" pitchFamily="2" charset="2"/>
                <a:buChar char="Ø"/>
              </a:pPr>
              <a:r>
                <a:rPr lang="en-US" sz="1200" dirty="0">
                  <a:solidFill>
                    <a:schemeClr val="bg1"/>
                  </a:solidFill>
                  <a:latin typeface="Arial"/>
                </a:rPr>
                <a:t>Open your Linux system and connect it to your mobile hotspot.</a:t>
              </a:r>
            </a:p>
          </p:txBody>
        </p:sp>
      </p:grpSp>
      <p:grpSp>
        <p:nvGrpSpPr>
          <p:cNvPr id="15" name="Group 14">
            <a:extLst>
              <a:ext uri="{FF2B5EF4-FFF2-40B4-BE49-F238E27FC236}">
                <a16:creationId xmlns:a16="http://schemas.microsoft.com/office/drawing/2014/main" id="{6597F79A-37DD-44B2-A79B-C1F933227444}"/>
              </a:ext>
            </a:extLst>
          </p:cNvPr>
          <p:cNvGrpSpPr/>
          <p:nvPr/>
        </p:nvGrpSpPr>
        <p:grpSpPr>
          <a:xfrm>
            <a:off x="6096000" y="4852271"/>
            <a:ext cx="4815287" cy="1200329"/>
            <a:chOff x="756138" y="1100479"/>
            <a:chExt cx="4815287" cy="1200329"/>
          </a:xfrm>
        </p:grpSpPr>
        <p:sp>
          <p:nvSpPr>
            <p:cNvPr id="16" name="TextBox 15">
              <a:extLst>
                <a:ext uri="{FF2B5EF4-FFF2-40B4-BE49-F238E27FC236}">
                  <a16:creationId xmlns:a16="http://schemas.microsoft.com/office/drawing/2014/main" id="{6290E45A-078D-4537-9792-CA96313E8A83}"/>
                </a:ext>
              </a:extLst>
            </p:cNvPr>
            <p:cNvSpPr txBox="1"/>
            <p:nvPr/>
          </p:nvSpPr>
          <p:spPr>
            <a:xfrm>
              <a:off x="756138" y="1100479"/>
              <a:ext cx="1292103" cy="1200329"/>
            </a:xfrm>
            <a:prstGeom prst="rect">
              <a:avLst/>
            </a:prstGeom>
            <a:noFill/>
          </p:spPr>
          <p:txBody>
            <a:bodyPr wrap="square" lIns="108000" rIns="108000" rtlCol="0">
              <a:spAutoFit/>
            </a:bodyPr>
            <a:lstStyle/>
            <a:p>
              <a:pPr algn="r"/>
              <a:r>
                <a:rPr lang="en-US" altLang="ko-KR" sz="7200" b="1" dirty="0">
                  <a:solidFill>
                    <a:schemeClr val="accent3">
                      <a:alpha val="40000"/>
                    </a:schemeClr>
                  </a:solidFill>
                  <a:cs typeface="Arial" pitchFamily="34" charset="0"/>
                </a:rPr>
                <a:t>03</a:t>
              </a:r>
              <a:endParaRPr lang="ko-KR" altLang="en-US" sz="7200" b="1" dirty="0">
                <a:solidFill>
                  <a:schemeClr val="accent3">
                    <a:alpha val="40000"/>
                  </a:schemeClr>
                </a:solidFill>
                <a:cs typeface="Arial" pitchFamily="34" charset="0"/>
              </a:endParaRPr>
            </a:p>
          </p:txBody>
        </p:sp>
        <p:sp>
          <p:nvSpPr>
            <p:cNvPr id="19" name="TextBox 18">
              <a:extLst>
                <a:ext uri="{FF2B5EF4-FFF2-40B4-BE49-F238E27FC236}">
                  <a16:creationId xmlns:a16="http://schemas.microsoft.com/office/drawing/2014/main" id="{5C49DD5E-A68F-4ACA-895F-B6F1AFD2783A}"/>
                </a:ext>
              </a:extLst>
            </p:cNvPr>
            <p:cNvSpPr txBox="1"/>
            <p:nvPr/>
          </p:nvSpPr>
          <p:spPr>
            <a:xfrm>
              <a:off x="1923585" y="1383249"/>
              <a:ext cx="3647840" cy="646331"/>
            </a:xfrm>
            <a:prstGeom prst="rect">
              <a:avLst/>
            </a:prstGeom>
            <a:noFill/>
          </p:spPr>
          <p:txBody>
            <a:bodyPr wrap="square" rtlCol="0" anchor="ctr">
              <a:spAutoFit/>
            </a:bodyPr>
            <a:lstStyle/>
            <a:p>
              <a:pPr marL="171459" indent="-171459">
                <a:buFont typeface="Wingdings" panose="05000000000000000000" pitchFamily="2" charset="2"/>
                <a:buChar char="Ø"/>
              </a:pPr>
              <a:r>
                <a:rPr lang="en-US" altLang="ko-KR" sz="1200" dirty="0">
                  <a:solidFill>
                    <a:schemeClr val="bg1"/>
                  </a:solidFill>
                  <a:cs typeface="Arial" pitchFamily="34" charset="0"/>
                </a:rPr>
                <a:t> </a:t>
              </a:r>
              <a:r>
                <a:rPr lang="en-US" sz="1200" dirty="0">
                  <a:solidFill>
                    <a:schemeClr val="bg1"/>
                  </a:solidFill>
                  <a:latin typeface="Arial"/>
                </a:rPr>
                <a:t>Launch Ettercap.</a:t>
              </a:r>
            </a:p>
            <a:p>
              <a:pPr marL="171459" indent="-171459">
                <a:buFont typeface="Wingdings" panose="05000000000000000000" pitchFamily="2" charset="2"/>
                <a:buChar char="Ø"/>
              </a:pPr>
              <a:r>
                <a:rPr lang="en-US" altLang="ko-KR" sz="1200" dirty="0">
                  <a:solidFill>
                    <a:schemeClr val="bg1"/>
                  </a:solidFill>
                  <a:cs typeface="Arial" pitchFamily="34" charset="0"/>
                </a:rPr>
                <a:t> </a:t>
              </a:r>
              <a:r>
                <a:rPr lang="en-US" sz="1200" dirty="0">
                  <a:solidFill>
                    <a:schemeClr val="bg1"/>
                  </a:solidFill>
                  <a:latin typeface="Arial"/>
                </a:rPr>
                <a:t>Open the Linux search bar and type '</a:t>
              </a:r>
              <a:r>
                <a:rPr lang="en-US" sz="1200" dirty="0" err="1">
                  <a:solidFill>
                    <a:schemeClr val="bg1"/>
                  </a:solidFill>
                  <a:latin typeface="Arial"/>
                </a:rPr>
                <a:t>ettercap-pkexec</a:t>
              </a:r>
              <a:r>
                <a:rPr lang="en-US" sz="1200" dirty="0">
                  <a:solidFill>
                    <a:schemeClr val="bg1"/>
                  </a:solidFill>
                  <a:latin typeface="Arial"/>
                </a:rPr>
                <a:t>' Launch Ettercap.</a:t>
              </a:r>
            </a:p>
          </p:txBody>
        </p:sp>
      </p:grpSp>
    </p:spTree>
    <p:extLst>
      <p:ext uri="{BB962C8B-B14F-4D97-AF65-F5344CB8AC3E}">
        <p14:creationId xmlns:p14="http://schemas.microsoft.com/office/powerpoint/2010/main" val="37849891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lumMod val="95000"/>
            <a:lumOff val="5000"/>
          </a:schemeClr>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40B3196-1C74-822F-5542-3A7E256DD14B}"/>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5664200" cy="3184941"/>
          </a:xfrm>
          <a:prstGeom prst="rect">
            <a:avLst/>
          </a:prstGeom>
          <a:noFill/>
          <a:ln>
            <a:noFill/>
          </a:ln>
        </p:spPr>
      </p:pic>
      <p:pic>
        <p:nvPicPr>
          <p:cNvPr id="4" name="Picture 3">
            <a:extLst>
              <a:ext uri="{FF2B5EF4-FFF2-40B4-BE49-F238E27FC236}">
                <a16:creationId xmlns:a16="http://schemas.microsoft.com/office/drawing/2014/main" id="{3F6F7054-1696-B6C2-6CDC-D5C6D4C2BDB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7801" y="0"/>
            <a:ext cx="5664200" cy="3184941"/>
          </a:xfrm>
          <a:prstGeom prst="rect">
            <a:avLst/>
          </a:prstGeom>
          <a:noFill/>
          <a:ln>
            <a:noFill/>
          </a:ln>
        </p:spPr>
      </p:pic>
      <p:sp>
        <p:nvSpPr>
          <p:cNvPr id="5" name="Arrow: Right 4">
            <a:extLst>
              <a:ext uri="{FF2B5EF4-FFF2-40B4-BE49-F238E27FC236}">
                <a16:creationId xmlns:a16="http://schemas.microsoft.com/office/drawing/2014/main" id="{6D236DB4-3332-B012-0853-07AC7EAEC615}"/>
              </a:ext>
            </a:extLst>
          </p:cNvPr>
          <p:cNvSpPr/>
          <p:nvPr/>
        </p:nvSpPr>
        <p:spPr>
          <a:xfrm>
            <a:off x="5753100" y="1473200"/>
            <a:ext cx="647700" cy="3429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C85DEE73-EB3E-9214-ECE6-25EA55C55059}"/>
              </a:ext>
            </a:extLst>
          </p:cNvPr>
          <p:cNvSpPr txBox="1"/>
          <p:nvPr/>
        </p:nvSpPr>
        <p:spPr>
          <a:xfrm>
            <a:off x="5664200" y="272871"/>
            <a:ext cx="825500" cy="1200329"/>
          </a:xfrm>
          <a:prstGeom prst="rect">
            <a:avLst/>
          </a:prstGeom>
          <a:noFill/>
        </p:spPr>
        <p:txBody>
          <a:bodyPr wrap="square" rtlCol="0">
            <a:spAutoFit/>
          </a:bodyPr>
          <a:lstStyle/>
          <a:p>
            <a:pPr indent="0"/>
            <a:r>
              <a:rPr lang="en-US" sz="1200" dirty="0">
                <a:solidFill>
                  <a:schemeClr val="bg1"/>
                </a:solidFill>
                <a:latin typeface="Arial"/>
              </a:rPr>
              <a:t>Once it's open, click on the Search icon.</a:t>
            </a:r>
          </a:p>
        </p:txBody>
      </p:sp>
      <p:pic>
        <p:nvPicPr>
          <p:cNvPr id="10" name="Picture 9">
            <a:extLst>
              <a:ext uri="{FF2B5EF4-FFF2-40B4-BE49-F238E27FC236}">
                <a16:creationId xmlns:a16="http://schemas.microsoft.com/office/drawing/2014/main" id="{05E39DFF-A768-3E35-E856-426030B8B1D9}"/>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3813196"/>
            <a:ext cx="5346700" cy="3006700"/>
          </a:xfrm>
          <a:prstGeom prst="rect">
            <a:avLst/>
          </a:prstGeom>
          <a:noFill/>
          <a:ln>
            <a:noFill/>
          </a:ln>
        </p:spPr>
      </p:pic>
      <p:sp>
        <p:nvSpPr>
          <p:cNvPr id="11" name="TextBox 10">
            <a:extLst>
              <a:ext uri="{FF2B5EF4-FFF2-40B4-BE49-F238E27FC236}">
                <a16:creationId xmlns:a16="http://schemas.microsoft.com/office/drawing/2014/main" id="{FF526D68-9824-DFD6-A67D-CD273073976A}"/>
              </a:ext>
            </a:extLst>
          </p:cNvPr>
          <p:cNvSpPr txBox="1"/>
          <p:nvPr/>
        </p:nvSpPr>
        <p:spPr>
          <a:xfrm>
            <a:off x="-95458" y="3184940"/>
            <a:ext cx="2279858" cy="769441"/>
          </a:xfrm>
          <a:prstGeom prst="rect">
            <a:avLst/>
          </a:prstGeom>
          <a:noFill/>
        </p:spPr>
        <p:txBody>
          <a:bodyPr wrap="square" rtlCol="0">
            <a:spAutoFit/>
          </a:bodyPr>
          <a:lstStyle/>
          <a:p>
            <a:r>
              <a:rPr lang="en-US" sz="1100" dirty="0">
                <a:solidFill>
                  <a:schemeClr val="bg1"/>
                </a:solidFill>
                <a:latin typeface="Arial"/>
              </a:rPr>
              <a:t>There will be another icon labeled Host List. Click on it to view all devices connected to the hotspot.</a:t>
            </a:r>
          </a:p>
          <a:p>
            <a:endParaRPr lang="en-US" sz="1100" dirty="0"/>
          </a:p>
        </p:txBody>
      </p:sp>
      <p:sp>
        <p:nvSpPr>
          <p:cNvPr id="27" name="Arrow: Right 26">
            <a:extLst>
              <a:ext uri="{FF2B5EF4-FFF2-40B4-BE49-F238E27FC236}">
                <a16:creationId xmlns:a16="http://schemas.microsoft.com/office/drawing/2014/main" id="{44B70666-CF7D-9101-A18F-D46FD971D740}"/>
              </a:ext>
            </a:extLst>
          </p:cNvPr>
          <p:cNvSpPr/>
          <p:nvPr/>
        </p:nvSpPr>
        <p:spPr>
          <a:xfrm>
            <a:off x="5346700" y="5341942"/>
            <a:ext cx="699730" cy="507999"/>
          </a:xfrm>
          <a:prstGeom prst="rightArrow">
            <a:avLst>
              <a:gd name="adj1" fmla="val 50000"/>
              <a:gd name="adj2" fmla="val 725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Picture 27">
            <a:extLst>
              <a:ext uri="{FF2B5EF4-FFF2-40B4-BE49-F238E27FC236}">
                <a16:creationId xmlns:a16="http://schemas.microsoft.com/office/drawing/2014/main" id="{40738971-89DD-2CFF-0C83-B4EA247AE7C1}"/>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349483" y="3576538"/>
            <a:ext cx="5842517" cy="3285892"/>
          </a:xfrm>
          <a:prstGeom prst="rect">
            <a:avLst/>
          </a:prstGeom>
          <a:noFill/>
          <a:ln>
            <a:noFill/>
          </a:ln>
        </p:spPr>
      </p:pic>
      <p:sp>
        <p:nvSpPr>
          <p:cNvPr id="35" name="Arrow: Down 34">
            <a:extLst>
              <a:ext uri="{FF2B5EF4-FFF2-40B4-BE49-F238E27FC236}">
                <a16:creationId xmlns:a16="http://schemas.microsoft.com/office/drawing/2014/main" id="{95BA5136-F61A-6DD2-892C-EB26984D48A4}"/>
              </a:ext>
            </a:extLst>
          </p:cNvPr>
          <p:cNvSpPr/>
          <p:nvPr/>
        </p:nvSpPr>
        <p:spPr>
          <a:xfrm>
            <a:off x="3327400" y="3339881"/>
            <a:ext cx="292100" cy="47331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Arrow: Bent-Up 35">
            <a:extLst>
              <a:ext uri="{FF2B5EF4-FFF2-40B4-BE49-F238E27FC236}">
                <a16:creationId xmlns:a16="http://schemas.microsoft.com/office/drawing/2014/main" id="{EF99737A-A725-0701-7013-B01EB23CA72F}"/>
              </a:ext>
            </a:extLst>
          </p:cNvPr>
          <p:cNvSpPr/>
          <p:nvPr/>
        </p:nvSpPr>
        <p:spPr>
          <a:xfrm>
            <a:off x="3397250" y="3184940"/>
            <a:ext cx="4794250" cy="154941"/>
          </a:xfrm>
          <a:prstGeom prst="ben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740062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2B5AE69-8897-C2B7-5A93-9F6C257971F8}"/>
            </a:ext>
          </a:extLst>
        </p:cNvPr>
        <p:cNvGrpSpPr/>
        <p:nvPr/>
      </p:nvGrpSpPr>
      <p:grpSpPr>
        <a:xfrm>
          <a:off x="0" y="0"/>
          <a:ext cx="0" cy="0"/>
          <a:chOff x="0" y="0"/>
          <a:chExt cx="0" cy="0"/>
        </a:xfrm>
      </p:grpSpPr>
      <p:sp>
        <p:nvSpPr>
          <p:cNvPr id="24" name="Rectangle 23">
            <a:extLst>
              <a:ext uri="{FF2B5EF4-FFF2-40B4-BE49-F238E27FC236}">
                <a16:creationId xmlns:a16="http://schemas.microsoft.com/office/drawing/2014/main" id="{4585881B-0E59-429C-BDFD-2DD5F4822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F096B4D6-200B-6BBC-558A-8DD5EB568C13}"/>
              </a:ext>
            </a:extLst>
          </p:cNvPr>
          <p:cNvSpPr txBox="1"/>
          <p:nvPr/>
        </p:nvSpPr>
        <p:spPr>
          <a:xfrm>
            <a:off x="838199" y="4428000"/>
            <a:ext cx="6143626" cy="1400400"/>
          </a:xfrm>
          <a:prstGeom prst="rect">
            <a:avLst/>
          </a:prstGeom>
        </p:spPr>
        <p:txBody>
          <a:bodyPr vert="horz" wrap="square" lIns="91440" tIns="45720" rIns="91440" bIns="45720" rtlCol="0" anchor="b">
            <a:normAutofit/>
          </a:bodyPr>
          <a:lstStyle/>
          <a:p>
            <a:pPr>
              <a:lnSpc>
                <a:spcPct val="90000"/>
              </a:lnSpc>
              <a:spcBef>
                <a:spcPct val="0"/>
              </a:spcBef>
              <a:spcAft>
                <a:spcPts val="600"/>
              </a:spcAft>
            </a:pPr>
            <a:r>
              <a:rPr lang="en-US" sz="4300" b="1" dirty="0">
                <a:solidFill>
                  <a:schemeClr val="bg1"/>
                </a:solidFill>
                <a:latin typeface="+mj-lt"/>
                <a:ea typeface="+mj-ea"/>
                <a:cs typeface="+mj-cs"/>
              </a:rPr>
              <a:t>Man-in-the-Middle Attack</a:t>
            </a:r>
            <a:endParaRPr lang="en-US" altLang="ko-KR" sz="4300" b="1" dirty="0">
              <a:solidFill>
                <a:schemeClr val="bg1"/>
              </a:solidFill>
              <a:latin typeface="+mj-lt"/>
              <a:ea typeface="+mj-ea"/>
              <a:cs typeface="+mj-cs"/>
            </a:endParaRPr>
          </a:p>
        </p:txBody>
      </p:sp>
      <p:grpSp>
        <p:nvGrpSpPr>
          <p:cNvPr id="26" name="Group 25">
            <a:extLst>
              <a:ext uri="{FF2B5EF4-FFF2-40B4-BE49-F238E27FC236}">
                <a16:creationId xmlns:a16="http://schemas.microsoft.com/office/drawing/2014/main" id="{FBC8B6C8-85BC-486C-8279-C77598FA855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0" cy="4286159"/>
            <a:chOff x="0" y="1"/>
            <a:chExt cx="12192000" cy="4286159"/>
          </a:xfrm>
          <a:effectLst>
            <a:outerShdw blurRad="381000" dir="5400000" algn="ctr" rotWithShape="0">
              <a:srgbClr val="000000">
                <a:alpha val="10000"/>
              </a:srgbClr>
            </a:outerShdw>
          </a:effectLst>
        </p:grpSpPr>
        <p:grpSp>
          <p:nvGrpSpPr>
            <p:cNvPr id="27" name="Group 26">
              <a:extLst>
                <a:ext uri="{FF2B5EF4-FFF2-40B4-BE49-F238E27FC236}">
                  <a16:creationId xmlns:a16="http://schemas.microsoft.com/office/drawing/2014/main" id="{1DC4F95D-FA96-470C-B751-EAF07E41289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0" y="1"/>
              <a:ext cx="12192000" cy="4000975"/>
              <a:chOff x="0" y="1"/>
              <a:chExt cx="12192000" cy="4000975"/>
            </a:xfrm>
          </p:grpSpPr>
          <p:sp>
            <p:nvSpPr>
              <p:cNvPr id="31" name="Freeform: Shape 30">
                <a:extLst>
                  <a:ext uri="{FF2B5EF4-FFF2-40B4-BE49-F238E27FC236}">
                    <a16:creationId xmlns:a16="http://schemas.microsoft.com/office/drawing/2014/main" id="{0ECC3741-3F28-4907-8CBC-95D7F0C0E9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1"/>
                <a:ext cx="12192000" cy="4000975"/>
              </a:xfrm>
              <a:custGeom>
                <a:avLst/>
                <a:gdLst>
                  <a:gd name="connsiteX0" fmla="*/ 0 w 12192000"/>
                  <a:gd name="connsiteY0" fmla="*/ 0 h 4000975"/>
                  <a:gd name="connsiteX1" fmla="*/ 12192000 w 12192000"/>
                  <a:gd name="connsiteY1" fmla="*/ 0 h 4000975"/>
                  <a:gd name="connsiteX2" fmla="*/ 12192000 w 12192000"/>
                  <a:gd name="connsiteY2" fmla="*/ 4000975 h 4000975"/>
                  <a:gd name="connsiteX3" fmla="*/ 4591050 w 12192000"/>
                  <a:gd name="connsiteY3" fmla="*/ 3848100 h 4000975"/>
                  <a:gd name="connsiteX4" fmla="*/ 0 w 12192000"/>
                  <a:gd name="connsiteY4" fmla="*/ 3999921 h 40009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4000975">
                    <a:moveTo>
                      <a:pt x="0" y="0"/>
                    </a:moveTo>
                    <a:lnTo>
                      <a:pt x="12192000" y="0"/>
                    </a:lnTo>
                    <a:lnTo>
                      <a:pt x="12192000" y="4000975"/>
                    </a:lnTo>
                    <a:lnTo>
                      <a:pt x="4591050" y="3848100"/>
                    </a:lnTo>
                    <a:lnTo>
                      <a:pt x="0" y="3999921"/>
                    </a:lnTo>
                    <a:close/>
                  </a:path>
                </a:pathLst>
              </a:cu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Freeform: Shape 31">
                <a:extLst>
                  <a:ext uri="{FF2B5EF4-FFF2-40B4-BE49-F238E27FC236}">
                    <a16:creationId xmlns:a16="http://schemas.microsoft.com/office/drawing/2014/main" id="{D46E1CFB-1A5D-4F0F-9CD8-236B43944F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1"/>
                <a:ext cx="12192000" cy="4000975"/>
              </a:xfrm>
              <a:custGeom>
                <a:avLst/>
                <a:gdLst>
                  <a:gd name="connsiteX0" fmla="*/ 0 w 12192000"/>
                  <a:gd name="connsiteY0" fmla="*/ 0 h 4000975"/>
                  <a:gd name="connsiteX1" fmla="*/ 12192000 w 12192000"/>
                  <a:gd name="connsiteY1" fmla="*/ 0 h 4000975"/>
                  <a:gd name="connsiteX2" fmla="*/ 12192000 w 12192000"/>
                  <a:gd name="connsiteY2" fmla="*/ 4000975 h 4000975"/>
                  <a:gd name="connsiteX3" fmla="*/ 4591050 w 12192000"/>
                  <a:gd name="connsiteY3" fmla="*/ 3848100 h 4000975"/>
                  <a:gd name="connsiteX4" fmla="*/ 0 w 12192000"/>
                  <a:gd name="connsiteY4" fmla="*/ 3999921 h 40009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4000975">
                    <a:moveTo>
                      <a:pt x="0" y="0"/>
                    </a:moveTo>
                    <a:lnTo>
                      <a:pt x="12192000" y="0"/>
                    </a:lnTo>
                    <a:lnTo>
                      <a:pt x="12192000" y="4000975"/>
                    </a:lnTo>
                    <a:lnTo>
                      <a:pt x="4591050" y="3848100"/>
                    </a:lnTo>
                    <a:lnTo>
                      <a:pt x="0" y="3999921"/>
                    </a:lnTo>
                    <a:close/>
                  </a:path>
                </a:pathLst>
              </a:custGeom>
              <a:solidFill>
                <a:schemeClr val="bg1">
                  <a:alpha val="14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28" name="Group 27">
              <a:extLst>
                <a:ext uri="{FF2B5EF4-FFF2-40B4-BE49-F238E27FC236}">
                  <a16:creationId xmlns:a16="http://schemas.microsoft.com/office/drawing/2014/main" id="{2BFE2EBC-CCDF-40EE-A38F-E6906B2DDF98}"/>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0" y="3528992"/>
              <a:ext cx="12192000" cy="757168"/>
              <a:chOff x="0" y="2959818"/>
              <a:chExt cx="12192000" cy="757168"/>
            </a:xfrm>
          </p:grpSpPr>
          <p:sp>
            <p:nvSpPr>
              <p:cNvPr id="29" name="Freeform: Shape 28">
                <a:extLst>
                  <a:ext uri="{FF2B5EF4-FFF2-40B4-BE49-F238E27FC236}">
                    <a16:creationId xmlns:a16="http://schemas.microsoft.com/office/drawing/2014/main" id="{56F7036C-9A80-41D1-9B21-EB35C93A5F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959818"/>
                <a:ext cx="12192000" cy="757168"/>
              </a:xfrm>
              <a:custGeom>
                <a:avLst/>
                <a:gdLst>
                  <a:gd name="connsiteX0" fmla="*/ 0 w 12192000"/>
                  <a:gd name="connsiteY0" fmla="*/ 0 h 757168"/>
                  <a:gd name="connsiteX1" fmla="*/ 41653 w 12192000"/>
                  <a:gd name="connsiteY1" fmla="*/ 6945 h 757168"/>
                  <a:gd name="connsiteX2" fmla="*/ 81317 w 12192000"/>
                  <a:gd name="connsiteY2" fmla="*/ 15509 h 757168"/>
                  <a:gd name="connsiteX3" fmla="*/ 114150 w 12192000"/>
                  <a:gd name="connsiteY3" fmla="*/ 28105 h 757168"/>
                  <a:gd name="connsiteX4" fmla="*/ 214865 w 12192000"/>
                  <a:gd name="connsiteY4" fmla="*/ 58374 h 757168"/>
                  <a:gd name="connsiteX5" fmla="*/ 299237 w 12192000"/>
                  <a:gd name="connsiteY5" fmla="*/ 63560 h 757168"/>
                  <a:gd name="connsiteX6" fmla="*/ 415570 w 12192000"/>
                  <a:gd name="connsiteY6" fmla="*/ 83774 h 757168"/>
                  <a:gd name="connsiteX7" fmla="*/ 633210 w 12192000"/>
                  <a:gd name="connsiteY7" fmla="*/ 109108 h 757168"/>
                  <a:gd name="connsiteX8" fmla="*/ 677567 w 12192000"/>
                  <a:gd name="connsiteY8" fmla="*/ 119446 h 757168"/>
                  <a:gd name="connsiteX9" fmla="*/ 946429 w 12192000"/>
                  <a:gd name="connsiteY9" fmla="*/ 171502 h 757168"/>
                  <a:gd name="connsiteX10" fmla="*/ 1163367 w 12192000"/>
                  <a:gd name="connsiteY10" fmla="*/ 182106 h 757168"/>
                  <a:gd name="connsiteX11" fmla="*/ 1180337 w 12192000"/>
                  <a:gd name="connsiteY11" fmla="*/ 181279 h 757168"/>
                  <a:gd name="connsiteX12" fmla="*/ 1263939 w 12192000"/>
                  <a:gd name="connsiteY12" fmla="*/ 173070 h 757168"/>
                  <a:gd name="connsiteX13" fmla="*/ 1392213 w 12192000"/>
                  <a:gd name="connsiteY13" fmla="*/ 183225 h 757168"/>
                  <a:gd name="connsiteX14" fmla="*/ 1479752 w 12192000"/>
                  <a:gd name="connsiteY14" fmla="*/ 205174 h 757168"/>
                  <a:gd name="connsiteX15" fmla="*/ 1589813 w 12192000"/>
                  <a:gd name="connsiteY15" fmla="*/ 211706 h 757168"/>
                  <a:gd name="connsiteX16" fmla="*/ 1716264 w 12192000"/>
                  <a:gd name="connsiteY16" fmla="*/ 207459 h 757168"/>
                  <a:gd name="connsiteX17" fmla="*/ 1772900 w 12192000"/>
                  <a:gd name="connsiteY17" fmla="*/ 208137 h 757168"/>
                  <a:gd name="connsiteX18" fmla="*/ 1929319 w 12192000"/>
                  <a:gd name="connsiteY18" fmla="*/ 193822 h 757168"/>
                  <a:gd name="connsiteX19" fmla="*/ 2021514 w 12192000"/>
                  <a:gd name="connsiteY19" fmla="*/ 204186 h 757168"/>
                  <a:gd name="connsiteX20" fmla="*/ 2111753 w 12192000"/>
                  <a:gd name="connsiteY20" fmla="*/ 223797 h 757168"/>
                  <a:gd name="connsiteX21" fmla="*/ 2169356 w 12192000"/>
                  <a:gd name="connsiteY21" fmla="*/ 241125 h 757168"/>
                  <a:gd name="connsiteX22" fmla="*/ 2286638 w 12192000"/>
                  <a:gd name="connsiteY22" fmla="*/ 257382 h 757168"/>
                  <a:gd name="connsiteX23" fmla="*/ 2308368 w 12192000"/>
                  <a:gd name="connsiteY23" fmla="*/ 256995 h 757168"/>
                  <a:gd name="connsiteX24" fmla="*/ 2660621 w 12192000"/>
                  <a:gd name="connsiteY24" fmla="*/ 262863 h 757168"/>
                  <a:gd name="connsiteX25" fmla="*/ 2801134 w 12192000"/>
                  <a:gd name="connsiteY25" fmla="*/ 250006 h 757168"/>
                  <a:gd name="connsiteX26" fmla="*/ 2830994 w 12192000"/>
                  <a:gd name="connsiteY26" fmla="*/ 249091 h 757168"/>
                  <a:gd name="connsiteX27" fmla="*/ 3129084 w 12192000"/>
                  <a:gd name="connsiteY27" fmla="*/ 242009 h 757168"/>
                  <a:gd name="connsiteX28" fmla="*/ 3162162 w 12192000"/>
                  <a:gd name="connsiteY28" fmla="*/ 242789 h 757168"/>
                  <a:gd name="connsiteX29" fmla="*/ 3254072 w 12192000"/>
                  <a:gd name="connsiteY29" fmla="*/ 251612 h 757168"/>
                  <a:gd name="connsiteX30" fmla="*/ 3473491 w 12192000"/>
                  <a:gd name="connsiteY30" fmla="*/ 221903 h 757168"/>
                  <a:gd name="connsiteX31" fmla="*/ 3691860 w 12192000"/>
                  <a:gd name="connsiteY31" fmla="*/ 219228 h 757168"/>
                  <a:gd name="connsiteX32" fmla="*/ 3811494 w 12192000"/>
                  <a:gd name="connsiteY32" fmla="*/ 225691 h 757168"/>
                  <a:gd name="connsiteX33" fmla="*/ 3897533 w 12192000"/>
                  <a:gd name="connsiteY33" fmla="*/ 220087 h 757168"/>
                  <a:gd name="connsiteX34" fmla="*/ 4109430 w 12192000"/>
                  <a:gd name="connsiteY34" fmla="*/ 200477 h 757168"/>
                  <a:gd name="connsiteX35" fmla="*/ 4208772 w 12192000"/>
                  <a:gd name="connsiteY35" fmla="*/ 200914 h 757168"/>
                  <a:gd name="connsiteX36" fmla="*/ 4314641 w 12192000"/>
                  <a:gd name="connsiteY36" fmla="*/ 196159 h 757168"/>
                  <a:gd name="connsiteX37" fmla="*/ 4577622 w 12192000"/>
                  <a:gd name="connsiteY37" fmla="*/ 163774 h 757168"/>
                  <a:gd name="connsiteX38" fmla="*/ 4790345 w 12192000"/>
                  <a:gd name="connsiteY38" fmla="*/ 177592 h 757168"/>
                  <a:gd name="connsiteX39" fmla="*/ 4926164 w 12192000"/>
                  <a:gd name="connsiteY39" fmla="*/ 184139 h 757168"/>
                  <a:gd name="connsiteX40" fmla="*/ 5088812 w 12192000"/>
                  <a:gd name="connsiteY40" fmla="*/ 177401 h 757168"/>
                  <a:gd name="connsiteX41" fmla="*/ 5222466 w 12192000"/>
                  <a:gd name="connsiteY41" fmla="*/ 162082 h 757168"/>
                  <a:gd name="connsiteX42" fmla="*/ 5406528 w 12192000"/>
                  <a:gd name="connsiteY42" fmla="*/ 153987 h 757168"/>
                  <a:gd name="connsiteX43" fmla="*/ 5590716 w 12192000"/>
                  <a:gd name="connsiteY43" fmla="*/ 129490 h 757168"/>
                  <a:gd name="connsiteX44" fmla="*/ 5719429 w 12192000"/>
                  <a:gd name="connsiteY44" fmla="*/ 110099 h 757168"/>
                  <a:gd name="connsiteX45" fmla="*/ 5897895 w 12192000"/>
                  <a:gd name="connsiteY45" fmla="*/ 96368 h 757168"/>
                  <a:gd name="connsiteX46" fmla="*/ 6169957 w 12192000"/>
                  <a:gd name="connsiteY46" fmla="*/ 94411 h 757168"/>
                  <a:gd name="connsiteX47" fmla="*/ 6294827 w 12192000"/>
                  <a:gd name="connsiteY47" fmla="*/ 99236 h 757168"/>
                  <a:gd name="connsiteX48" fmla="*/ 6494261 w 12192000"/>
                  <a:gd name="connsiteY48" fmla="*/ 71724 h 757168"/>
                  <a:gd name="connsiteX49" fmla="*/ 6579627 w 12192000"/>
                  <a:gd name="connsiteY49" fmla="*/ 57883 h 757168"/>
                  <a:gd name="connsiteX50" fmla="*/ 6654800 w 12192000"/>
                  <a:gd name="connsiteY50" fmla="*/ 77086 h 757168"/>
                  <a:gd name="connsiteX51" fmla="*/ 6703059 w 12192000"/>
                  <a:gd name="connsiteY51" fmla="*/ 97166 h 757168"/>
                  <a:gd name="connsiteX52" fmla="*/ 6859445 w 12192000"/>
                  <a:gd name="connsiteY52" fmla="*/ 90481 h 757168"/>
                  <a:gd name="connsiteX53" fmla="*/ 7025414 w 12192000"/>
                  <a:gd name="connsiteY53" fmla="*/ 83536 h 757168"/>
                  <a:gd name="connsiteX54" fmla="*/ 7144137 w 12192000"/>
                  <a:gd name="connsiteY54" fmla="*/ 79264 h 757168"/>
                  <a:gd name="connsiteX55" fmla="*/ 7291235 w 12192000"/>
                  <a:gd name="connsiteY55" fmla="*/ 95367 h 757168"/>
                  <a:gd name="connsiteX56" fmla="*/ 7407395 w 12192000"/>
                  <a:gd name="connsiteY56" fmla="*/ 104888 h 757168"/>
                  <a:gd name="connsiteX57" fmla="*/ 7500837 w 12192000"/>
                  <a:gd name="connsiteY57" fmla="*/ 119515 h 757168"/>
                  <a:gd name="connsiteX58" fmla="*/ 7533567 w 12192000"/>
                  <a:gd name="connsiteY58" fmla="*/ 126955 h 757168"/>
                  <a:gd name="connsiteX59" fmla="*/ 7792910 w 12192000"/>
                  <a:gd name="connsiteY59" fmla="*/ 185188 h 757168"/>
                  <a:gd name="connsiteX60" fmla="*/ 8070699 w 12192000"/>
                  <a:gd name="connsiteY60" fmla="*/ 235423 h 757168"/>
                  <a:gd name="connsiteX61" fmla="*/ 8253177 w 12192000"/>
                  <a:gd name="connsiteY61" fmla="*/ 222473 h 757168"/>
                  <a:gd name="connsiteX62" fmla="*/ 8320683 w 12192000"/>
                  <a:gd name="connsiteY62" fmla="*/ 226393 h 757168"/>
                  <a:gd name="connsiteX63" fmla="*/ 8631438 w 12192000"/>
                  <a:gd name="connsiteY63" fmla="*/ 237528 h 757168"/>
                  <a:gd name="connsiteX64" fmla="*/ 8686410 w 12192000"/>
                  <a:gd name="connsiteY64" fmla="*/ 234877 h 757168"/>
                  <a:gd name="connsiteX65" fmla="*/ 8980658 w 12192000"/>
                  <a:gd name="connsiteY65" fmla="*/ 273001 h 757168"/>
                  <a:gd name="connsiteX66" fmla="*/ 9087625 w 12192000"/>
                  <a:gd name="connsiteY66" fmla="*/ 282423 h 757168"/>
                  <a:gd name="connsiteX67" fmla="*/ 9186017 w 12192000"/>
                  <a:gd name="connsiteY67" fmla="*/ 293875 h 757168"/>
                  <a:gd name="connsiteX68" fmla="*/ 9323931 w 12192000"/>
                  <a:gd name="connsiteY68" fmla="*/ 302628 h 757168"/>
                  <a:gd name="connsiteX69" fmla="*/ 9467213 w 12192000"/>
                  <a:gd name="connsiteY69" fmla="*/ 307275 h 757168"/>
                  <a:gd name="connsiteX70" fmla="*/ 9626826 w 12192000"/>
                  <a:gd name="connsiteY70" fmla="*/ 316213 h 757168"/>
                  <a:gd name="connsiteX71" fmla="*/ 9689696 w 12192000"/>
                  <a:gd name="connsiteY71" fmla="*/ 324467 h 757168"/>
                  <a:gd name="connsiteX72" fmla="*/ 9860526 w 12192000"/>
                  <a:gd name="connsiteY72" fmla="*/ 329986 h 757168"/>
                  <a:gd name="connsiteX73" fmla="*/ 9949775 w 12192000"/>
                  <a:gd name="connsiteY73" fmla="*/ 340386 h 757168"/>
                  <a:gd name="connsiteX74" fmla="*/ 10097252 w 12192000"/>
                  <a:gd name="connsiteY74" fmla="*/ 349262 h 757168"/>
                  <a:gd name="connsiteX75" fmla="*/ 10145261 w 12192000"/>
                  <a:gd name="connsiteY75" fmla="*/ 353113 h 757168"/>
                  <a:gd name="connsiteX76" fmla="*/ 10188159 w 12192000"/>
                  <a:gd name="connsiteY76" fmla="*/ 356124 h 757168"/>
                  <a:gd name="connsiteX77" fmla="*/ 10336144 w 12192000"/>
                  <a:gd name="connsiteY77" fmla="*/ 348235 h 757168"/>
                  <a:gd name="connsiteX78" fmla="*/ 10466847 w 12192000"/>
                  <a:gd name="connsiteY78" fmla="*/ 354131 h 757168"/>
                  <a:gd name="connsiteX79" fmla="*/ 10696514 w 12192000"/>
                  <a:gd name="connsiteY79" fmla="*/ 353575 h 757168"/>
                  <a:gd name="connsiteX80" fmla="*/ 10746932 w 12192000"/>
                  <a:gd name="connsiteY80" fmla="*/ 360606 h 757168"/>
                  <a:gd name="connsiteX81" fmla="*/ 10905388 w 12192000"/>
                  <a:gd name="connsiteY81" fmla="*/ 370627 h 757168"/>
                  <a:gd name="connsiteX82" fmla="*/ 10995602 w 12192000"/>
                  <a:gd name="connsiteY82" fmla="*/ 376691 h 757168"/>
                  <a:gd name="connsiteX83" fmla="*/ 11107647 w 12192000"/>
                  <a:gd name="connsiteY83" fmla="*/ 373405 h 757168"/>
                  <a:gd name="connsiteX84" fmla="*/ 11302440 w 12192000"/>
                  <a:gd name="connsiteY84" fmla="*/ 364156 h 757168"/>
                  <a:gd name="connsiteX85" fmla="*/ 11353613 w 12192000"/>
                  <a:gd name="connsiteY85" fmla="*/ 363785 h 757168"/>
                  <a:gd name="connsiteX86" fmla="*/ 11447323 w 12192000"/>
                  <a:gd name="connsiteY86" fmla="*/ 359346 h 757168"/>
                  <a:gd name="connsiteX87" fmla="*/ 11464292 w 12192000"/>
                  <a:gd name="connsiteY87" fmla="*/ 358519 h 757168"/>
                  <a:gd name="connsiteX88" fmla="*/ 11607560 w 12192000"/>
                  <a:gd name="connsiteY88" fmla="*/ 342370 h 757168"/>
                  <a:gd name="connsiteX89" fmla="*/ 11681426 w 12192000"/>
                  <a:gd name="connsiteY89" fmla="*/ 344335 h 757168"/>
                  <a:gd name="connsiteX90" fmla="*/ 11893565 w 12192000"/>
                  <a:gd name="connsiteY90" fmla="*/ 355261 h 757168"/>
                  <a:gd name="connsiteX91" fmla="*/ 11983290 w 12192000"/>
                  <a:gd name="connsiteY91" fmla="*/ 363588 h 757168"/>
                  <a:gd name="connsiteX92" fmla="*/ 12192000 w 12192000"/>
                  <a:gd name="connsiteY92" fmla="*/ 388018 h 757168"/>
                  <a:gd name="connsiteX93" fmla="*/ 12192000 w 12192000"/>
                  <a:gd name="connsiteY93" fmla="*/ 577115 h 757168"/>
                  <a:gd name="connsiteX94" fmla="*/ 12157329 w 12192000"/>
                  <a:gd name="connsiteY94" fmla="*/ 588862 h 757168"/>
                  <a:gd name="connsiteX95" fmla="*/ 12066948 w 12192000"/>
                  <a:gd name="connsiteY95" fmla="*/ 586034 h 757168"/>
                  <a:gd name="connsiteX96" fmla="*/ 11911344 w 12192000"/>
                  <a:gd name="connsiteY96" fmla="*/ 521599 h 757168"/>
                  <a:gd name="connsiteX97" fmla="*/ 11847823 w 12192000"/>
                  <a:gd name="connsiteY97" fmla="*/ 511785 h 757168"/>
                  <a:gd name="connsiteX98" fmla="*/ 11737547 w 12192000"/>
                  <a:gd name="connsiteY98" fmla="*/ 502380 h 757168"/>
                  <a:gd name="connsiteX99" fmla="*/ 11636052 w 12192000"/>
                  <a:gd name="connsiteY99" fmla="*/ 514993 h 757168"/>
                  <a:gd name="connsiteX100" fmla="*/ 11394706 w 12192000"/>
                  <a:gd name="connsiteY100" fmla="*/ 590867 h 757168"/>
                  <a:gd name="connsiteX101" fmla="*/ 11354978 w 12192000"/>
                  <a:gd name="connsiteY101" fmla="*/ 597561 h 757168"/>
                  <a:gd name="connsiteX102" fmla="*/ 11285306 w 12192000"/>
                  <a:gd name="connsiteY102" fmla="*/ 599825 h 757168"/>
                  <a:gd name="connsiteX103" fmla="*/ 11008528 w 12192000"/>
                  <a:gd name="connsiteY103" fmla="*/ 656670 h 757168"/>
                  <a:gd name="connsiteX104" fmla="*/ 10948735 w 12192000"/>
                  <a:gd name="connsiteY104" fmla="*/ 652964 h 757168"/>
                  <a:gd name="connsiteX105" fmla="*/ 10850698 w 12192000"/>
                  <a:gd name="connsiteY105" fmla="*/ 641721 h 757168"/>
                  <a:gd name="connsiteX106" fmla="*/ 10744026 w 12192000"/>
                  <a:gd name="connsiteY106" fmla="*/ 647769 h 757168"/>
                  <a:gd name="connsiteX107" fmla="*/ 10666160 w 12192000"/>
                  <a:gd name="connsiteY107" fmla="*/ 651891 h 757168"/>
                  <a:gd name="connsiteX108" fmla="*/ 10450521 w 12192000"/>
                  <a:gd name="connsiteY108" fmla="*/ 616552 h 757168"/>
                  <a:gd name="connsiteX109" fmla="*/ 10271192 w 12192000"/>
                  <a:gd name="connsiteY109" fmla="*/ 583498 h 757168"/>
                  <a:gd name="connsiteX110" fmla="*/ 10246067 w 12192000"/>
                  <a:gd name="connsiteY110" fmla="*/ 585423 h 757168"/>
                  <a:gd name="connsiteX111" fmla="*/ 10005027 w 12192000"/>
                  <a:gd name="connsiteY111" fmla="*/ 592252 h 757168"/>
                  <a:gd name="connsiteX112" fmla="*/ 9898681 w 12192000"/>
                  <a:gd name="connsiteY112" fmla="*/ 613195 h 757168"/>
                  <a:gd name="connsiteX113" fmla="*/ 9753225 w 12192000"/>
                  <a:gd name="connsiteY113" fmla="*/ 629038 h 757168"/>
                  <a:gd name="connsiteX114" fmla="*/ 9591376 w 12192000"/>
                  <a:gd name="connsiteY114" fmla="*/ 648601 h 757168"/>
                  <a:gd name="connsiteX115" fmla="*/ 9472860 w 12192000"/>
                  <a:gd name="connsiteY115" fmla="*/ 655936 h 757168"/>
                  <a:gd name="connsiteX116" fmla="*/ 9299788 w 12192000"/>
                  <a:gd name="connsiteY116" fmla="*/ 636945 h 757168"/>
                  <a:gd name="connsiteX117" fmla="*/ 9264605 w 12192000"/>
                  <a:gd name="connsiteY117" fmla="*/ 627087 h 757168"/>
                  <a:gd name="connsiteX118" fmla="*/ 8926435 w 12192000"/>
                  <a:gd name="connsiteY118" fmla="*/ 549269 h 757168"/>
                  <a:gd name="connsiteX119" fmla="*/ 8698934 w 12192000"/>
                  <a:gd name="connsiteY119" fmla="*/ 536583 h 757168"/>
                  <a:gd name="connsiteX120" fmla="*/ 8622862 w 12192000"/>
                  <a:gd name="connsiteY120" fmla="*/ 541563 h 757168"/>
                  <a:gd name="connsiteX121" fmla="*/ 8482784 w 12192000"/>
                  <a:gd name="connsiteY121" fmla="*/ 574094 h 757168"/>
                  <a:gd name="connsiteX122" fmla="*/ 8421565 w 12192000"/>
                  <a:gd name="connsiteY122" fmla="*/ 576610 h 757168"/>
                  <a:gd name="connsiteX123" fmla="*/ 8313469 w 12192000"/>
                  <a:gd name="connsiteY123" fmla="*/ 574762 h 757168"/>
                  <a:gd name="connsiteX124" fmla="*/ 8079520 w 12192000"/>
                  <a:gd name="connsiteY124" fmla="*/ 558685 h 757168"/>
                  <a:gd name="connsiteX125" fmla="*/ 7773327 w 12192000"/>
                  <a:gd name="connsiteY125" fmla="*/ 558854 h 757168"/>
                  <a:gd name="connsiteX126" fmla="*/ 7652477 w 12192000"/>
                  <a:gd name="connsiteY126" fmla="*/ 547561 h 757168"/>
                  <a:gd name="connsiteX127" fmla="*/ 7522274 w 12192000"/>
                  <a:gd name="connsiteY127" fmla="*/ 532150 h 757168"/>
                  <a:gd name="connsiteX128" fmla="*/ 7484080 w 12192000"/>
                  <a:gd name="connsiteY128" fmla="*/ 530532 h 757168"/>
                  <a:gd name="connsiteX129" fmla="*/ 7282277 w 12192000"/>
                  <a:gd name="connsiteY129" fmla="*/ 540177 h 757168"/>
                  <a:gd name="connsiteX130" fmla="*/ 7235690 w 12192000"/>
                  <a:gd name="connsiteY130" fmla="*/ 551282 h 757168"/>
                  <a:gd name="connsiteX131" fmla="*/ 7116339 w 12192000"/>
                  <a:gd name="connsiteY131" fmla="*/ 539494 h 757168"/>
                  <a:gd name="connsiteX132" fmla="*/ 7011067 w 12192000"/>
                  <a:gd name="connsiteY132" fmla="*/ 511848 h 757168"/>
                  <a:gd name="connsiteX133" fmla="*/ 6403234 w 12192000"/>
                  <a:gd name="connsiteY133" fmla="*/ 432296 h 757168"/>
                  <a:gd name="connsiteX134" fmla="*/ 6036273 w 12192000"/>
                  <a:gd name="connsiteY134" fmla="*/ 412301 h 757168"/>
                  <a:gd name="connsiteX135" fmla="*/ 5780467 w 12192000"/>
                  <a:gd name="connsiteY135" fmla="*/ 377910 h 757168"/>
                  <a:gd name="connsiteX136" fmla="*/ 5739051 w 12192000"/>
                  <a:gd name="connsiteY136" fmla="*/ 353609 h 757168"/>
                  <a:gd name="connsiteX137" fmla="*/ 5583566 w 12192000"/>
                  <a:gd name="connsiteY137" fmla="*/ 321995 h 757168"/>
                  <a:gd name="connsiteX138" fmla="*/ 5432030 w 12192000"/>
                  <a:gd name="connsiteY138" fmla="*/ 362512 h 757168"/>
                  <a:gd name="connsiteX139" fmla="*/ 5241398 w 12192000"/>
                  <a:gd name="connsiteY139" fmla="*/ 425781 h 757168"/>
                  <a:gd name="connsiteX140" fmla="*/ 5139710 w 12192000"/>
                  <a:gd name="connsiteY140" fmla="*/ 421022 h 757168"/>
                  <a:gd name="connsiteX141" fmla="*/ 4929402 w 12192000"/>
                  <a:gd name="connsiteY141" fmla="*/ 424310 h 757168"/>
                  <a:gd name="connsiteX142" fmla="*/ 4782793 w 12192000"/>
                  <a:gd name="connsiteY142" fmla="*/ 441046 h 757168"/>
                  <a:gd name="connsiteX143" fmla="*/ 4577594 w 12192000"/>
                  <a:gd name="connsiteY143" fmla="*/ 459290 h 757168"/>
                  <a:gd name="connsiteX144" fmla="*/ 4500826 w 12192000"/>
                  <a:gd name="connsiteY144" fmla="*/ 470529 h 757168"/>
                  <a:gd name="connsiteX145" fmla="*/ 4317973 w 12192000"/>
                  <a:gd name="connsiteY145" fmla="*/ 483649 h 757168"/>
                  <a:gd name="connsiteX146" fmla="*/ 4166722 w 12192000"/>
                  <a:gd name="connsiteY146" fmla="*/ 490602 h 757168"/>
                  <a:gd name="connsiteX147" fmla="*/ 4042814 w 12192000"/>
                  <a:gd name="connsiteY147" fmla="*/ 530660 h 757168"/>
                  <a:gd name="connsiteX148" fmla="*/ 4002653 w 12192000"/>
                  <a:gd name="connsiteY148" fmla="*/ 552594 h 757168"/>
                  <a:gd name="connsiteX149" fmla="*/ 3969549 w 12192000"/>
                  <a:gd name="connsiteY149" fmla="*/ 566312 h 757168"/>
                  <a:gd name="connsiteX150" fmla="*/ 3821685 w 12192000"/>
                  <a:gd name="connsiteY150" fmla="*/ 649183 h 757168"/>
                  <a:gd name="connsiteX151" fmla="*/ 3805138 w 12192000"/>
                  <a:gd name="connsiteY151" fmla="*/ 655947 h 757168"/>
                  <a:gd name="connsiteX152" fmla="*/ 3609177 w 12192000"/>
                  <a:gd name="connsiteY152" fmla="*/ 687459 h 757168"/>
                  <a:gd name="connsiteX153" fmla="*/ 3539727 w 12192000"/>
                  <a:gd name="connsiteY153" fmla="*/ 706521 h 757168"/>
                  <a:gd name="connsiteX154" fmla="*/ 3396572 w 12192000"/>
                  <a:gd name="connsiteY154" fmla="*/ 755681 h 757168"/>
                  <a:gd name="connsiteX155" fmla="*/ 3341054 w 12192000"/>
                  <a:gd name="connsiteY155" fmla="*/ 754679 h 757168"/>
                  <a:gd name="connsiteX156" fmla="*/ 3138775 w 12192000"/>
                  <a:gd name="connsiteY156" fmla="*/ 710120 h 757168"/>
                  <a:gd name="connsiteX157" fmla="*/ 3037283 w 12192000"/>
                  <a:gd name="connsiteY157" fmla="*/ 666453 h 757168"/>
                  <a:gd name="connsiteX158" fmla="*/ 3002117 w 12192000"/>
                  <a:gd name="connsiteY158" fmla="*/ 649347 h 757168"/>
                  <a:gd name="connsiteX159" fmla="*/ 2747294 w 12192000"/>
                  <a:gd name="connsiteY159" fmla="*/ 652400 h 757168"/>
                  <a:gd name="connsiteX160" fmla="*/ 2676273 w 12192000"/>
                  <a:gd name="connsiteY160" fmla="*/ 652304 h 757168"/>
                  <a:gd name="connsiteX161" fmla="*/ 2432360 w 12192000"/>
                  <a:gd name="connsiteY161" fmla="*/ 657836 h 757168"/>
                  <a:gd name="connsiteX162" fmla="*/ 2382311 w 12192000"/>
                  <a:gd name="connsiteY162" fmla="*/ 650824 h 757168"/>
                  <a:gd name="connsiteX163" fmla="*/ 2055134 w 12192000"/>
                  <a:gd name="connsiteY163" fmla="*/ 630053 h 757168"/>
                  <a:gd name="connsiteX164" fmla="*/ 2031829 w 12192000"/>
                  <a:gd name="connsiteY164" fmla="*/ 639324 h 757168"/>
                  <a:gd name="connsiteX165" fmla="*/ 1912764 w 12192000"/>
                  <a:gd name="connsiteY165" fmla="*/ 664183 h 757168"/>
                  <a:gd name="connsiteX166" fmla="*/ 1755637 w 12192000"/>
                  <a:gd name="connsiteY166" fmla="*/ 663960 h 757168"/>
                  <a:gd name="connsiteX167" fmla="*/ 1727159 w 12192000"/>
                  <a:gd name="connsiteY167" fmla="*/ 659605 h 757168"/>
                  <a:gd name="connsiteX168" fmla="*/ 1622470 w 12192000"/>
                  <a:gd name="connsiteY168" fmla="*/ 634850 h 757168"/>
                  <a:gd name="connsiteX169" fmla="*/ 1385955 w 12192000"/>
                  <a:gd name="connsiteY169" fmla="*/ 604522 h 757168"/>
                  <a:gd name="connsiteX170" fmla="*/ 1340055 w 12192000"/>
                  <a:gd name="connsiteY170" fmla="*/ 595629 h 757168"/>
                  <a:gd name="connsiteX171" fmla="*/ 1257271 w 12192000"/>
                  <a:gd name="connsiteY171" fmla="*/ 581180 h 757168"/>
                  <a:gd name="connsiteX172" fmla="*/ 1031914 w 12192000"/>
                  <a:gd name="connsiteY172" fmla="*/ 562692 h 757168"/>
                  <a:gd name="connsiteX173" fmla="*/ 922031 w 12192000"/>
                  <a:gd name="connsiteY173" fmla="*/ 566853 h 757168"/>
                  <a:gd name="connsiteX174" fmla="*/ 873250 w 12192000"/>
                  <a:gd name="connsiteY174" fmla="*/ 563724 h 757168"/>
                  <a:gd name="connsiteX175" fmla="*/ 711627 w 12192000"/>
                  <a:gd name="connsiteY175" fmla="*/ 529880 h 757168"/>
                  <a:gd name="connsiteX176" fmla="*/ 311112 w 12192000"/>
                  <a:gd name="connsiteY176" fmla="*/ 525106 h 757168"/>
                  <a:gd name="connsiteX177" fmla="*/ 184145 w 12192000"/>
                  <a:gd name="connsiteY177" fmla="*/ 532188 h 757168"/>
                  <a:gd name="connsiteX178" fmla="*/ 116886 w 12192000"/>
                  <a:gd name="connsiteY178" fmla="*/ 530572 h 757168"/>
                  <a:gd name="connsiteX179" fmla="*/ 23941 w 12192000"/>
                  <a:gd name="connsiteY179" fmla="*/ 506433 h 757168"/>
                  <a:gd name="connsiteX180" fmla="*/ 0 w 12192000"/>
                  <a:gd name="connsiteY180" fmla="*/ 502149 h 757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Lst>
                <a:rect l="l" t="t" r="r" b="b"/>
                <a:pathLst>
                  <a:path w="12192000" h="757168">
                    <a:moveTo>
                      <a:pt x="0" y="0"/>
                    </a:moveTo>
                    <a:lnTo>
                      <a:pt x="41653" y="6945"/>
                    </a:lnTo>
                    <a:cubicBezTo>
                      <a:pt x="55151" y="9178"/>
                      <a:pt x="68996" y="11810"/>
                      <a:pt x="81317" y="15509"/>
                    </a:cubicBezTo>
                    <a:cubicBezTo>
                      <a:pt x="92911" y="18978"/>
                      <a:pt x="102562" y="24446"/>
                      <a:pt x="114150" y="28105"/>
                    </a:cubicBezTo>
                    <a:cubicBezTo>
                      <a:pt x="145644" y="37958"/>
                      <a:pt x="177914" y="47281"/>
                      <a:pt x="214865" y="58374"/>
                    </a:cubicBezTo>
                    <a:cubicBezTo>
                      <a:pt x="236680" y="42349"/>
                      <a:pt x="264438" y="53534"/>
                      <a:pt x="299237" y="63560"/>
                    </a:cubicBezTo>
                    <a:cubicBezTo>
                      <a:pt x="334763" y="73816"/>
                      <a:pt x="376093" y="78654"/>
                      <a:pt x="415570" y="83774"/>
                    </a:cubicBezTo>
                    <a:cubicBezTo>
                      <a:pt x="487949" y="93100"/>
                      <a:pt x="560804" y="100354"/>
                      <a:pt x="633210" y="109108"/>
                    </a:cubicBezTo>
                    <a:cubicBezTo>
                      <a:pt x="648566" y="111058"/>
                      <a:pt x="666073" y="114072"/>
                      <a:pt x="677567" y="119446"/>
                    </a:cubicBezTo>
                    <a:cubicBezTo>
                      <a:pt x="756262" y="155621"/>
                      <a:pt x="853422" y="169678"/>
                      <a:pt x="946429" y="171502"/>
                    </a:cubicBezTo>
                    <a:cubicBezTo>
                      <a:pt x="1019582" y="173044"/>
                      <a:pt x="1091239" y="175083"/>
                      <a:pt x="1163367" y="182106"/>
                    </a:cubicBezTo>
                    <a:cubicBezTo>
                      <a:pt x="1168863" y="182586"/>
                      <a:pt x="1176224" y="182589"/>
                      <a:pt x="1180337" y="181279"/>
                    </a:cubicBezTo>
                    <a:cubicBezTo>
                      <a:pt x="1205822" y="172503"/>
                      <a:pt x="1231920" y="173109"/>
                      <a:pt x="1263939" y="173070"/>
                    </a:cubicBezTo>
                    <a:cubicBezTo>
                      <a:pt x="1309211" y="172961"/>
                      <a:pt x="1350592" y="176848"/>
                      <a:pt x="1392213" y="183225"/>
                    </a:cubicBezTo>
                    <a:cubicBezTo>
                      <a:pt x="1422516" y="187866"/>
                      <a:pt x="1453010" y="195759"/>
                      <a:pt x="1479752" y="205174"/>
                    </a:cubicBezTo>
                    <a:cubicBezTo>
                      <a:pt x="1516962" y="218381"/>
                      <a:pt x="1553071" y="224660"/>
                      <a:pt x="1589813" y="211706"/>
                    </a:cubicBezTo>
                    <a:cubicBezTo>
                      <a:pt x="1629541" y="197953"/>
                      <a:pt x="1673292" y="205778"/>
                      <a:pt x="1716264" y="207459"/>
                    </a:cubicBezTo>
                    <a:cubicBezTo>
                      <a:pt x="1734988" y="208248"/>
                      <a:pt x="1754789" y="209668"/>
                      <a:pt x="1772900" y="208137"/>
                    </a:cubicBezTo>
                    <a:cubicBezTo>
                      <a:pt x="1825381" y="203828"/>
                      <a:pt x="1876222" y="195808"/>
                      <a:pt x="1929319" y="193822"/>
                    </a:cubicBezTo>
                    <a:cubicBezTo>
                      <a:pt x="1958819" y="192698"/>
                      <a:pt x="1991232" y="199166"/>
                      <a:pt x="2021514" y="204186"/>
                    </a:cubicBezTo>
                    <a:cubicBezTo>
                      <a:pt x="2052154" y="209417"/>
                      <a:pt x="2082323" y="216530"/>
                      <a:pt x="2111753" y="223797"/>
                    </a:cubicBezTo>
                    <a:cubicBezTo>
                      <a:pt x="2131736" y="228659"/>
                      <a:pt x="2153567" y="233429"/>
                      <a:pt x="2169356" y="241125"/>
                    </a:cubicBezTo>
                    <a:cubicBezTo>
                      <a:pt x="2205243" y="258649"/>
                      <a:pt x="2242901" y="263295"/>
                      <a:pt x="2286638" y="257382"/>
                    </a:cubicBezTo>
                    <a:cubicBezTo>
                      <a:pt x="2293313" y="256396"/>
                      <a:pt x="2301018" y="256799"/>
                      <a:pt x="2308368" y="256995"/>
                    </a:cubicBezTo>
                    <a:cubicBezTo>
                      <a:pt x="2426026" y="259155"/>
                      <a:pt x="2543593" y="262834"/>
                      <a:pt x="2660621" y="262863"/>
                    </a:cubicBezTo>
                    <a:cubicBezTo>
                      <a:pt x="2708088" y="262871"/>
                      <a:pt x="2754165" y="254412"/>
                      <a:pt x="2801134" y="250006"/>
                    </a:cubicBezTo>
                    <a:cubicBezTo>
                      <a:pt x="2810748" y="249174"/>
                      <a:pt x="2821504" y="247638"/>
                      <a:pt x="2830994" y="249091"/>
                    </a:cubicBezTo>
                    <a:cubicBezTo>
                      <a:pt x="2934354" y="264045"/>
                      <a:pt x="3032340" y="255254"/>
                      <a:pt x="3129084" y="242009"/>
                    </a:cubicBezTo>
                    <a:cubicBezTo>
                      <a:pt x="3139090" y="240625"/>
                      <a:pt x="3151170" y="241831"/>
                      <a:pt x="3162162" y="242789"/>
                    </a:cubicBezTo>
                    <a:cubicBezTo>
                      <a:pt x="3192925" y="245736"/>
                      <a:pt x="3225969" y="254145"/>
                      <a:pt x="3254072" y="251612"/>
                    </a:cubicBezTo>
                    <a:cubicBezTo>
                      <a:pt x="3328782" y="244461"/>
                      <a:pt x="3402881" y="234992"/>
                      <a:pt x="3473491" y="221903"/>
                    </a:cubicBezTo>
                    <a:cubicBezTo>
                      <a:pt x="3545212" y="208683"/>
                      <a:pt x="3611651" y="197856"/>
                      <a:pt x="3691860" y="219228"/>
                    </a:cubicBezTo>
                    <a:cubicBezTo>
                      <a:pt x="3725977" y="228268"/>
                      <a:pt x="3771754" y="225515"/>
                      <a:pt x="3811494" y="225691"/>
                    </a:cubicBezTo>
                    <a:cubicBezTo>
                      <a:pt x="3840564" y="225687"/>
                      <a:pt x="3868906" y="218586"/>
                      <a:pt x="3897533" y="220087"/>
                    </a:cubicBezTo>
                    <a:cubicBezTo>
                      <a:pt x="3973874" y="224087"/>
                      <a:pt x="4042293" y="217563"/>
                      <a:pt x="4109430" y="200477"/>
                    </a:cubicBezTo>
                    <a:cubicBezTo>
                      <a:pt x="4135544" y="193834"/>
                      <a:pt x="4175268" y="201258"/>
                      <a:pt x="4208772" y="200914"/>
                    </a:cubicBezTo>
                    <a:cubicBezTo>
                      <a:pt x="4244136" y="200288"/>
                      <a:pt x="4280583" y="199908"/>
                      <a:pt x="4314641" y="196159"/>
                    </a:cubicBezTo>
                    <a:cubicBezTo>
                      <a:pt x="4402743" y="186278"/>
                      <a:pt x="4489848" y="174436"/>
                      <a:pt x="4577622" y="163774"/>
                    </a:cubicBezTo>
                    <a:cubicBezTo>
                      <a:pt x="4649843" y="154967"/>
                      <a:pt x="4719794" y="168553"/>
                      <a:pt x="4790345" y="177592"/>
                    </a:cubicBezTo>
                    <a:cubicBezTo>
                      <a:pt x="4834576" y="183345"/>
                      <a:pt x="4875614" y="193701"/>
                      <a:pt x="4926164" y="184139"/>
                    </a:cubicBezTo>
                    <a:cubicBezTo>
                      <a:pt x="4974485" y="175032"/>
                      <a:pt x="5034899" y="180870"/>
                      <a:pt x="5088812" y="177401"/>
                    </a:cubicBezTo>
                    <a:cubicBezTo>
                      <a:pt x="5134238" y="174439"/>
                      <a:pt x="5178353" y="168165"/>
                      <a:pt x="5222466" y="162082"/>
                    </a:cubicBezTo>
                    <a:cubicBezTo>
                      <a:pt x="5282519" y="153783"/>
                      <a:pt x="5341864" y="144876"/>
                      <a:pt x="5406528" y="153987"/>
                    </a:cubicBezTo>
                    <a:cubicBezTo>
                      <a:pt x="5479960" y="164323"/>
                      <a:pt x="5531876" y="142624"/>
                      <a:pt x="5590716" y="129490"/>
                    </a:cubicBezTo>
                    <a:cubicBezTo>
                      <a:pt x="5631296" y="120553"/>
                      <a:pt x="5675395" y="114659"/>
                      <a:pt x="5719429" y="110099"/>
                    </a:cubicBezTo>
                    <a:cubicBezTo>
                      <a:pt x="5778247" y="104215"/>
                      <a:pt x="5838715" y="102042"/>
                      <a:pt x="5897895" y="96368"/>
                    </a:cubicBezTo>
                    <a:cubicBezTo>
                      <a:pt x="5987399" y="87895"/>
                      <a:pt x="6077855" y="82333"/>
                      <a:pt x="6169957" y="94411"/>
                    </a:cubicBezTo>
                    <a:cubicBezTo>
                      <a:pt x="6212360" y="99875"/>
                      <a:pt x="6252010" y="101763"/>
                      <a:pt x="6294827" y="99236"/>
                    </a:cubicBezTo>
                    <a:cubicBezTo>
                      <a:pt x="6364965" y="95091"/>
                      <a:pt x="6436581" y="97891"/>
                      <a:pt x="6494261" y="71724"/>
                    </a:cubicBezTo>
                    <a:cubicBezTo>
                      <a:pt x="6514615" y="62488"/>
                      <a:pt x="6550354" y="61691"/>
                      <a:pt x="6579627" y="57883"/>
                    </a:cubicBezTo>
                    <a:cubicBezTo>
                      <a:pt x="6613354" y="53353"/>
                      <a:pt x="6637770" y="57878"/>
                      <a:pt x="6654800" y="77086"/>
                    </a:cubicBezTo>
                    <a:cubicBezTo>
                      <a:pt x="6662444" y="85688"/>
                      <a:pt x="6685147" y="94892"/>
                      <a:pt x="6703059" y="97166"/>
                    </a:cubicBezTo>
                    <a:cubicBezTo>
                      <a:pt x="6756799" y="103989"/>
                      <a:pt x="6806654" y="100687"/>
                      <a:pt x="6859445" y="90481"/>
                    </a:cubicBezTo>
                    <a:cubicBezTo>
                      <a:pt x="6908894" y="80861"/>
                      <a:pt x="6969747" y="85387"/>
                      <a:pt x="7025414" y="83536"/>
                    </a:cubicBezTo>
                    <a:cubicBezTo>
                      <a:pt x="7064862" y="82168"/>
                      <a:pt x="7104501" y="77186"/>
                      <a:pt x="7144137" y="79264"/>
                    </a:cubicBezTo>
                    <a:cubicBezTo>
                      <a:pt x="7193316" y="81841"/>
                      <a:pt x="7241809" y="90488"/>
                      <a:pt x="7291235" y="95367"/>
                    </a:cubicBezTo>
                    <a:cubicBezTo>
                      <a:pt x="7329668" y="99288"/>
                      <a:pt x="7368978" y="100585"/>
                      <a:pt x="7407395" y="104888"/>
                    </a:cubicBezTo>
                    <a:cubicBezTo>
                      <a:pt x="7438868" y="108256"/>
                      <a:pt x="7469832" y="114265"/>
                      <a:pt x="7500837" y="119515"/>
                    </a:cubicBezTo>
                    <a:cubicBezTo>
                      <a:pt x="7512146" y="121444"/>
                      <a:pt x="7523255" y="127178"/>
                      <a:pt x="7533567" y="126955"/>
                    </a:cubicBezTo>
                    <a:cubicBezTo>
                      <a:pt x="7636025" y="124121"/>
                      <a:pt x="7707510" y="164497"/>
                      <a:pt x="7792910" y="185188"/>
                    </a:cubicBezTo>
                    <a:cubicBezTo>
                      <a:pt x="7882663" y="207063"/>
                      <a:pt x="7969001" y="237914"/>
                      <a:pt x="8070699" y="235423"/>
                    </a:cubicBezTo>
                    <a:cubicBezTo>
                      <a:pt x="8132239" y="233879"/>
                      <a:pt x="8191903" y="225939"/>
                      <a:pt x="8253177" y="222473"/>
                    </a:cubicBezTo>
                    <a:cubicBezTo>
                      <a:pt x="8274949" y="221324"/>
                      <a:pt x="8299150" y="222976"/>
                      <a:pt x="8320683" y="226393"/>
                    </a:cubicBezTo>
                    <a:cubicBezTo>
                      <a:pt x="8424731" y="242340"/>
                      <a:pt x="8527777" y="249266"/>
                      <a:pt x="8631438" y="237528"/>
                    </a:cubicBezTo>
                    <a:cubicBezTo>
                      <a:pt x="8649201" y="235596"/>
                      <a:pt x="8668058" y="233915"/>
                      <a:pt x="8686410" y="234877"/>
                    </a:cubicBezTo>
                    <a:cubicBezTo>
                      <a:pt x="8786966" y="240146"/>
                      <a:pt x="8885480" y="249315"/>
                      <a:pt x="8980658" y="273001"/>
                    </a:cubicBezTo>
                    <a:cubicBezTo>
                      <a:pt x="9012626" y="280972"/>
                      <a:pt x="9052108" y="279035"/>
                      <a:pt x="9087625" y="282423"/>
                    </a:cubicBezTo>
                    <a:cubicBezTo>
                      <a:pt x="9120583" y="285484"/>
                      <a:pt x="9154319" y="287825"/>
                      <a:pt x="9186017" y="293875"/>
                    </a:cubicBezTo>
                    <a:cubicBezTo>
                      <a:pt x="9232288" y="302785"/>
                      <a:pt x="9275554" y="305815"/>
                      <a:pt x="9323931" y="302628"/>
                    </a:cubicBezTo>
                    <a:cubicBezTo>
                      <a:pt x="9370084" y="299705"/>
                      <a:pt x="9419491" y="304964"/>
                      <a:pt x="9467213" y="307275"/>
                    </a:cubicBezTo>
                    <a:cubicBezTo>
                      <a:pt x="9520438" y="309874"/>
                      <a:pt x="9573661" y="312473"/>
                      <a:pt x="9626826" y="316213"/>
                    </a:cubicBezTo>
                    <a:cubicBezTo>
                      <a:pt x="9648094" y="317708"/>
                      <a:pt x="9671915" y="326588"/>
                      <a:pt x="9689696" y="324467"/>
                    </a:cubicBezTo>
                    <a:cubicBezTo>
                      <a:pt x="9747117" y="317175"/>
                      <a:pt x="9803355" y="332523"/>
                      <a:pt x="9860526" y="329986"/>
                    </a:cubicBezTo>
                    <a:cubicBezTo>
                      <a:pt x="9888572" y="328594"/>
                      <a:pt x="9919723" y="338048"/>
                      <a:pt x="9949775" y="340386"/>
                    </a:cubicBezTo>
                    <a:cubicBezTo>
                      <a:pt x="9998886" y="344296"/>
                      <a:pt x="10048092" y="346302"/>
                      <a:pt x="10097252" y="349262"/>
                    </a:cubicBezTo>
                    <a:cubicBezTo>
                      <a:pt x="10113390" y="350297"/>
                      <a:pt x="10129133" y="351886"/>
                      <a:pt x="10145261" y="353113"/>
                    </a:cubicBezTo>
                    <a:cubicBezTo>
                      <a:pt x="10159555" y="354243"/>
                      <a:pt x="10174512" y="356743"/>
                      <a:pt x="10188159" y="356124"/>
                    </a:cubicBezTo>
                    <a:cubicBezTo>
                      <a:pt x="10237589" y="353944"/>
                      <a:pt x="10286441" y="348682"/>
                      <a:pt x="10336144" y="348235"/>
                    </a:cubicBezTo>
                    <a:cubicBezTo>
                      <a:pt x="10379222" y="347822"/>
                      <a:pt x="10423443" y="353764"/>
                      <a:pt x="10466847" y="354131"/>
                    </a:cubicBezTo>
                    <a:cubicBezTo>
                      <a:pt x="10543353" y="354898"/>
                      <a:pt x="10619988" y="353190"/>
                      <a:pt x="10696514" y="353575"/>
                    </a:cubicBezTo>
                    <a:cubicBezTo>
                      <a:pt x="10713071" y="353680"/>
                      <a:pt x="10730069" y="359342"/>
                      <a:pt x="10746932" y="360606"/>
                    </a:cubicBezTo>
                    <a:cubicBezTo>
                      <a:pt x="10799731" y="364326"/>
                      <a:pt x="10852569" y="367289"/>
                      <a:pt x="10905388" y="370627"/>
                    </a:cubicBezTo>
                    <a:cubicBezTo>
                      <a:pt x="10935470" y="372396"/>
                      <a:pt x="10965963" y="373421"/>
                      <a:pt x="10995602" y="376691"/>
                    </a:cubicBezTo>
                    <a:cubicBezTo>
                      <a:pt x="11034750" y="381032"/>
                      <a:pt x="11070168" y="386324"/>
                      <a:pt x="11107647" y="373405"/>
                    </a:cubicBezTo>
                    <a:cubicBezTo>
                      <a:pt x="11165372" y="353347"/>
                      <a:pt x="11236837" y="366060"/>
                      <a:pt x="11302440" y="364156"/>
                    </a:cubicBezTo>
                    <a:cubicBezTo>
                      <a:pt x="11319394" y="363708"/>
                      <a:pt x="11336655" y="364422"/>
                      <a:pt x="11353613" y="363785"/>
                    </a:cubicBezTo>
                    <a:cubicBezTo>
                      <a:pt x="11384961" y="362566"/>
                      <a:pt x="11415955" y="360947"/>
                      <a:pt x="11447323" y="359346"/>
                    </a:cubicBezTo>
                    <a:cubicBezTo>
                      <a:pt x="11452855" y="359066"/>
                      <a:pt x="11459104" y="359200"/>
                      <a:pt x="11464292" y="358519"/>
                    </a:cubicBezTo>
                    <a:cubicBezTo>
                      <a:pt x="11512058" y="353010"/>
                      <a:pt x="11559143" y="346321"/>
                      <a:pt x="11607560" y="342370"/>
                    </a:cubicBezTo>
                    <a:cubicBezTo>
                      <a:pt x="11631218" y="340368"/>
                      <a:pt x="11657295" y="341352"/>
                      <a:pt x="11681426" y="344335"/>
                    </a:cubicBezTo>
                    <a:cubicBezTo>
                      <a:pt x="11751997" y="352993"/>
                      <a:pt x="11821986" y="358760"/>
                      <a:pt x="11893565" y="355261"/>
                    </a:cubicBezTo>
                    <a:cubicBezTo>
                      <a:pt x="11921973" y="353889"/>
                      <a:pt x="11953288" y="360300"/>
                      <a:pt x="11983290" y="363588"/>
                    </a:cubicBezTo>
                    <a:lnTo>
                      <a:pt x="12192000" y="388018"/>
                    </a:lnTo>
                    <a:lnTo>
                      <a:pt x="12192000" y="577115"/>
                    </a:lnTo>
                    <a:lnTo>
                      <a:pt x="12157329" y="588862"/>
                    </a:lnTo>
                    <a:cubicBezTo>
                      <a:pt x="12118393" y="608572"/>
                      <a:pt x="12109715" y="605637"/>
                      <a:pt x="12066948" y="586034"/>
                    </a:cubicBezTo>
                    <a:cubicBezTo>
                      <a:pt x="12016991" y="563193"/>
                      <a:pt x="11965119" y="541779"/>
                      <a:pt x="11911344" y="521599"/>
                    </a:cubicBezTo>
                    <a:cubicBezTo>
                      <a:pt x="11894383" y="515178"/>
                      <a:pt x="11869417" y="514060"/>
                      <a:pt x="11847823" y="511785"/>
                    </a:cubicBezTo>
                    <a:cubicBezTo>
                      <a:pt x="11811233" y="507768"/>
                      <a:pt x="11773630" y="501982"/>
                      <a:pt x="11737547" y="502380"/>
                    </a:cubicBezTo>
                    <a:cubicBezTo>
                      <a:pt x="11702930" y="502855"/>
                      <a:pt x="11668388" y="508866"/>
                      <a:pt x="11636052" y="514993"/>
                    </a:cubicBezTo>
                    <a:cubicBezTo>
                      <a:pt x="11545722" y="532199"/>
                      <a:pt x="11462455" y="555118"/>
                      <a:pt x="11394706" y="590867"/>
                    </a:cubicBezTo>
                    <a:cubicBezTo>
                      <a:pt x="11385999" y="595562"/>
                      <a:pt x="11369016" y="596581"/>
                      <a:pt x="11354978" y="597561"/>
                    </a:cubicBezTo>
                    <a:cubicBezTo>
                      <a:pt x="11332076" y="599224"/>
                      <a:pt x="11308448" y="600655"/>
                      <a:pt x="11285306" y="599825"/>
                    </a:cubicBezTo>
                    <a:cubicBezTo>
                      <a:pt x="11172906" y="595841"/>
                      <a:pt x="11083430" y="617861"/>
                      <a:pt x="11008528" y="656670"/>
                    </a:cubicBezTo>
                    <a:cubicBezTo>
                      <a:pt x="10986971" y="667750"/>
                      <a:pt x="10970753" y="668236"/>
                      <a:pt x="10948735" y="652964"/>
                    </a:cubicBezTo>
                    <a:cubicBezTo>
                      <a:pt x="10923173" y="635218"/>
                      <a:pt x="10885031" y="639705"/>
                      <a:pt x="10850698" y="641721"/>
                    </a:cubicBezTo>
                    <a:cubicBezTo>
                      <a:pt x="10815269" y="643680"/>
                      <a:pt x="10779458" y="645811"/>
                      <a:pt x="10744026" y="647769"/>
                    </a:cubicBezTo>
                    <a:cubicBezTo>
                      <a:pt x="10717832" y="649066"/>
                      <a:pt x="10692021" y="650003"/>
                      <a:pt x="10666160" y="651891"/>
                    </a:cubicBezTo>
                    <a:cubicBezTo>
                      <a:pt x="10585627" y="657783"/>
                      <a:pt x="10513854" y="650969"/>
                      <a:pt x="10450521" y="616552"/>
                    </a:cubicBezTo>
                    <a:cubicBezTo>
                      <a:pt x="10402221" y="590175"/>
                      <a:pt x="10339099" y="579806"/>
                      <a:pt x="10271192" y="583498"/>
                    </a:cubicBezTo>
                    <a:cubicBezTo>
                      <a:pt x="10262701" y="584006"/>
                      <a:pt x="10251859" y="587254"/>
                      <a:pt x="10246067" y="585423"/>
                    </a:cubicBezTo>
                    <a:cubicBezTo>
                      <a:pt x="10158786" y="558528"/>
                      <a:pt x="10086634" y="594049"/>
                      <a:pt x="10005027" y="592252"/>
                    </a:cubicBezTo>
                    <a:cubicBezTo>
                      <a:pt x="9969004" y="591507"/>
                      <a:pt x="9931565" y="603664"/>
                      <a:pt x="9898681" y="613195"/>
                    </a:cubicBezTo>
                    <a:cubicBezTo>
                      <a:pt x="9853463" y="626281"/>
                      <a:pt x="9813049" y="639042"/>
                      <a:pt x="9753225" y="629038"/>
                    </a:cubicBezTo>
                    <a:cubicBezTo>
                      <a:pt x="9693404" y="618845"/>
                      <a:pt x="9637675" y="628898"/>
                      <a:pt x="9591376" y="648601"/>
                    </a:cubicBezTo>
                    <a:cubicBezTo>
                      <a:pt x="9556001" y="663537"/>
                      <a:pt x="9518120" y="663077"/>
                      <a:pt x="9472860" y="655936"/>
                    </a:cubicBezTo>
                    <a:cubicBezTo>
                      <a:pt x="9416283" y="647056"/>
                      <a:pt x="9357217" y="643578"/>
                      <a:pt x="9299788" y="636945"/>
                    </a:cubicBezTo>
                    <a:cubicBezTo>
                      <a:pt x="9287347" y="635531"/>
                      <a:pt x="9271710" y="632039"/>
                      <a:pt x="9264605" y="627087"/>
                    </a:cubicBezTo>
                    <a:cubicBezTo>
                      <a:pt x="9177661" y="565680"/>
                      <a:pt x="9051076" y="558473"/>
                      <a:pt x="8926435" y="549269"/>
                    </a:cubicBezTo>
                    <a:cubicBezTo>
                      <a:pt x="8850925" y="543595"/>
                      <a:pt x="8774954" y="539613"/>
                      <a:pt x="8698934" y="536583"/>
                    </a:cubicBezTo>
                    <a:cubicBezTo>
                      <a:pt x="8673232" y="535428"/>
                      <a:pt x="8645916" y="537050"/>
                      <a:pt x="8622862" y="541563"/>
                    </a:cubicBezTo>
                    <a:cubicBezTo>
                      <a:pt x="8574890" y="551069"/>
                      <a:pt x="8530403" y="564380"/>
                      <a:pt x="8482784" y="574094"/>
                    </a:cubicBezTo>
                    <a:cubicBezTo>
                      <a:pt x="8464923" y="577929"/>
                      <a:pt x="8442157" y="576927"/>
                      <a:pt x="8421565" y="576610"/>
                    </a:cubicBezTo>
                    <a:cubicBezTo>
                      <a:pt x="8385152" y="576229"/>
                      <a:pt x="8345023" y="569546"/>
                      <a:pt x="8313469" y="574762"/>
                    </a:cubicBezTo>
                    <a:cubicBezTo>
                      <a:pt x="8231431" y="588203"/>
                      <a:pt x="8155671" y="580227"/>
                      <a:pt x="8079520" y="558685"/>
                    </a:cubicBezTo>
                    <a:cubicBezTo>
                      <a:pt x="7972906" y="528487"/>
                      <a:pt x="7870782" y="525043"/>
                      <a:pt x="7773327" y="558854"/>
                    </a:cubicBezTo>
                    <a:cubicBezTo>
                      <a:pt x="7729470" y="574107"/>
                      <a:pt x="7688069" y="563543"/>
                      <a:pt x="7652477" y="547561"/>
                    </a:cubicBezTo>
                    <a:cubicBezTo>
                      <a:pt x="7611494" y="529005"/>
                      <a:pt x="7570974" y="522685"/>
                      <a:pt x="7522274" y="532150"/>
                    </a:cubicBezTo>
                    <a:cubicBezTo>
                      <a:pt x="7511488" y="534257"/>
                      <a:pt x="7496511" y="532136"/>
                      <a:pt x="7484080" y="530532"/>
                    </a:cubicBezTo>
                    <a:cubicBezTo>
                      <a:pt x="7413133" y="522044"/>
                      <a:pt x="7341987" y="510303"/>
                      <a:pt x="7282277" y="540177"/>
                    </a:cubicBezTo>
                    <a:cubicBezTo>
                      <a:pt x="7270558" y="546051"/>
                      <a:pt x="7251336" y="547713"/>
                      <a:pt x="7235690" y="551282"/>
                    </a:cubicBezTo>
                    <a:cubicBezTo>
                      <a:pt x="7170161" y="565782"/>
                      <a:pt x="7172820" y="564203"/>
                      <a:pt x="7116339" y="539494"/>
                    </a:cubicBezTo>
                    <a:cubicBezTo>
                      <a:pt x="7086841" y="526502"/>
                      <a:pt x="7045980" y="512724"/>
                      <a:pt x="7011067" y="511848"/>
                    </a:cubicBezTo>
                    <a:cubicBezTo>
                      <a:pt x="6800473" y="506533"/>
                      <a:pt x="6601893" y="468653"/>
                      <a:pt x="6403234" y="432296"/>
                    </a:cubicBezTo>
                    <a:cubicBezTo>
                      <a:pt x="6280760" y="409851"/>
                      <a:pt x="6160432" y="402592"/>
                      <a:pt x="6036273" y="412301"/>
                    </a:cubicBezTo>
                    <a:cubicBezTo>
                      <a:pt x="5946471" y="419425"/>
                      <a:pt x="5863077" y="395593"/>
                      <a:pt x="5780467" y="377910"/>
                    </a:cubicBezTo>
                    <a:cubicBezTo>
                      <a:pt x="5763357" y="374343"/>
                      <a:pt x="5747757" y="363033"/>
                      <a:pt x="5739051" y="353609"/>
                    </a:cubicBezTo>
                    <a:cubicBezTo>
                      <a:pt x="5707675" y="320294"/>
                      <a:pt x="5653252" y="312483"/>
                      <a:pt x="5583566" y="321995"/>
                    </a:cubicBezTo>
                    <a:cubicBezTo>
                      <a:pt x="5528347" y="329404"/>
                      <a:pt x="5477716" y="340486"/>
                      <a:pt x="5432030" y="362512"/>
                    </a:cubicBezTo>
                    <a:cubicBezTo>
                      <a:pt x="5378421" y="388318"/>
                      <a:pt x="5322767" y="418026"/>
                      <a:pt x="5241398" y="425781"/>
                    </a:cubicBezTo>
                    <a:cubicBezTo>
                      <a:pt x="5206262" y="429089"/>
                      <a:pt x="5176131" y="428273"/>
                      <a:pt x="5139710" y="421022"/>
                    </a:cubicBezTo>
                    <a:cubicBezTo>
                      <a:pt x="5069048" y="407018"/>
                      <a:pt x="4997864" y="396037"/>
                      <a:pt x="4929402" y="424310"/>
                    </a:cubicBezTo>
                    <a:cubicBezTo>
                      <a:pt x="4891785" y="439890"/>
                      <a:pt x="4841650" y="448519"/>
                      <a:pt x="4782793" y="441046"/>
                    </a:cubicBezTo>
                    <a:cubicBezTo>
                      <a:pt x="4709316" y="431663"/>
                      <a:pt x="4641426" y="442031"/>
                      <a:pt x="4577594" y="459290"/>
                    </a:cubicBezTo>
                    <a:cubicBezTo>
                      <a:pt x="4554816" y="465538"/>
                      <a:pt x="4527069" y="468279"/>
                      <a:pt x="4500826" y="470529"/>
                    </a:cubicBezTo>
                    <a:cubicBezTo>
                      <a:pt x="4440199" y="475746"/>
                      <a:pt x="4379252" y="479993"/>
                      <a:pt x="4317973" y="483649"/>
                    </a:cubicBezTo>
                    <a:cubicBezTo>
                      <a:pt x="4267762" y="486741"/>
                      <a:pt x="4217264" y="488292"/>
                      <a:pt x="4166722" y="490602"/>
                    </a:cubicBezTo>
                    <a:cubicBezTo>
                      <a:pt x="4111394" y="493045"/>
                      <a:pt x="4067073" y="503124"/>
                      <a:pt x="4042814" y="530660"/>
                    </a:cubicBezTo>
                    <a:cubicBezTo>
                      <a:pt x="4034996" y="539407"/>
                      <a:pt x="4017001" y="545715"/>
                      <a:pt x="4002653" y="552594"/>
                    </a:cubicBezTo>
                    <a:cubicBezTo>
                      <a:pt x="3992459" y="557592"/>
                      <a:pt x="3979023" y="561086"/>
                      <a:pt x="3969549" y="566312"/>
                    </a:cubicBezTo>
                    <a:cubicBezTo>
                      <a:pt x="3919896" y="593854"/>
                      <a:pt x="3870968" y="621622"/>
                      <a:pt x="3821685" y="649183"/>
                    </a:cubicBezTo>
                    <a:cubicBezTo>
                      <a:pt x="3816761" y="651788"/>
                      <a:pt x="3811445" y="654943"/>
                      <a:pt x="3805138" y="655947"/>
                    </a:cubicBezTo>
                    <a:cubicBezTo>
                      <a:pt x="3739817" y="666451"/>
                      <a:pt x="3673801" y="676154"/>
                      <a:pt x="3609177" y="687459"/>
                    </a:cubicBezTo>
                    <a:cubicBezTo>
                      <a:pt x="3584288" y="691878"/>
                      <a:pt x="3558597" y="697589"/>
                      <a:pt x="3539727" y="706521"/>
                    </a:cubicBezTo>
                    <a:cubicBezTo>
                      <a:pt x="3496714" y="726780"/>
                      <a:pt x="3457268" y="749132"/>
                      <a:pt x="3396572" y="755681"/>
                    </a:cubicBezTo>
                    <a:cubicBezTo>
                      <a:pt x="3378807" y="757611"/>
                      <a:pt x="3357809" y="758036"/>
                      <a:pt x="3341054" y="754679"/>
                    </a:cubicBezTo>
                    <a:cubicBezTo>
                      <a:pt x="3272962" y="740809"/>
                      <a:pt x="3206471" y="724541"/>
                      <a:pt x="3138775" y="710120"/>
                    </a:cubicBezTo>
                    <a:cubicBezTo>
                      <a:pt x="3095820" y="701191"/>
                      <a:pt x="3056969" y="691141"/>
                      <a:pt x="3037283" y="666453"/>
                    </a:cubicBezTo>
                    <a:cubicBezTo>
                      <a:pt x="3031764" y="659487"/>
                      <a:pt x="3015626" y="651391"/>
                      <a:pt x="3002117" y="649347"/>
                    </a:cubicBezTo>
                    <a:cubicBezTo>
                      <a:pt x="2915220" y="636209"/>
                      <a:pt x="2829194" y="627503"/>
                      <a:pt x="2747294" y="652400"/>
                    </a:cubicBezTo>
                    <a:cubicBezTo>
                      <a:pt x="2730084" y="657794"/>
                      <a:pt x="2698519" y="656140"/>
                      <a:pt x="2676273" y="652304"/>
                    </a:cubicBezTo>
                    <a:cubicBezTo>
                      <a:pt x="2590546" y="637890"/>
                      <a:pt x="2508883" y="630176"/>
                      <a:pt x="2432360" y="657836"/>
                    </a:cubicBezTo>
                    <a:cubicBezTo>
                      <a:pt x="2423352" y="661179"/>
                      <a:pt x="2395274" y="656272"/>
                      <a:pt x="2382311" y="650824"/>
                    </a:cubicBezTo>
                    <a:cubicBezTo>
                      <a:pt x="2257393" y="597728"/>
                      <a:pt x="2187724" y="592930"/>
                      <a:pt x="2055134" y="630053"/>
                    </a:cubicBezTo>
                    <a:cubicBezTo>
                      <a:pt x="2046542" y="632464"/>
                      <a:pt x="2035364" y="635121"/>
                      <a:pt x="2031829" y="639324"/>
                    </a:cubicBezTo>
                    <a:cubicBezTo>
                      <a:pt x="2007977" y="666120"/>
                      <a:pt x="1960229" y="664380"/>
                      <a:pt x="1912764" y="664183"/>
                    </a:cubicBezTo>
                    <a:cubicBezTo>
                      <a:pt x="1860521" y="663924"/>
                      <a:pt x="1808236" y="664426"/>
                      <a:pt x="1755637" y="663960"/>
                    </a:cubicBezTo>
                    <a:cubicBezTo>
                      <a:pt x="1746439" y="663859"/>
                      <a:pt x="1736243" y="661799"/>
                      <a:pt x="1727159" y="659605"/>
                    </a:cubicBezTo>
                    <a:cubicBezTo>
                      <a:pt x="1692256" y="651480"/>
                      <a:pt x="1658604" y="640559"/>
                      <a:pt x="1622470" y="634850"/>
                    </a:cubicBezTo>
                    <a:cubicBezTo>
                      <a:pt x="1544362" y="622552"/>
                      <a:pt x="1469248" y="602210"/>
                      <a:pt x="1385955" y="604522"/>
                    </a:cubicBezTo>
                    <a:cubicBezTo>
                      <a:pt x="1371585" y="604913"/>
                      <a:pt x="1355357" y="598530"/>
                      <a:pt x="1340055" y="595629"/>
                    </a:cubicBezTo>
                    <a:cubicBezTo>
                      <a:pt x="1312351" y="590552"/>
                      <a:pt x="1285460" y="583993"/>
                      <a:pt x="1257271" y="581180"/>
                    </a:cubicBezTo>
                    <a:cubicBezTo>
                      <a:pt x="1182583" y="573830"/>
                      <a:pt x="1107142" y="566824"/>
                      <a:pt x="1031914" y="562692"/>
                    </a:cubicBezTo>
                    <a:cubicBezTo>
                      <a:pt x="995593" y="560597"/>
                      <a:pt x="958880" y="565923"/>
                      <a:pt x="922031" y="566853"/>
                    </a:cubicBezTo>
                    <a:cubicBezTo>
                      <a:pt x="905446" y="567320"/>
                      <a:pt x="878533" y="568199"/>
                      <a:pt x="873250" y="563724"/>
                    </a:cubicBezTo>
                    <a:cubicBezTo>
                      <a:pt x="832343" y="529722"/>
                      <a:pt x="772202" y="532674"/>
                      <a:pt x="711627" y="529880"/>
                    </a:cubicBezTo>
                    <a:cubicBezTo>
                      <a:pt x="577999" y="523641"/>
                      <a:pt x="447408" y="543696"/>
                      <a:pt x="311112" y="525106"/>
                    </a:cubicBezTo>
                    <a:cubicBezTo>
                      <a:pt x="271645" y="519795"/>
                      <a:pt x="226936" y="530235"/>
                      <a:pt x="184145" y="532188"/>
                    </a:cubicBezTo>
                    <a:cubicBezTo>
                      <a:pt x="162015" y="533128"/>
                      <a:pt x="137665" y="534333"/>
                      <a:pt x="116886" y="530572"/>
                    </a:cubicBezTo>
                    <a:cubicBezTo>
                      <a:pt x="84810" y="524693"/>
                      <a:pt x="54011" y="515448"/>
                      <a:pt x="23941" y="506433"/>
                    </a:cubicBezTo>
                    <a:lnTo>
                      <a:pt x="0" y="502149"/>
                    </a:lnTo>
                    <a:close/>
                  </a:path>
                </a:pathLst>
              </a:custGeom>
              <a:solidFill>
                <a:srgbClr val="FFFFFF"/>
              </a:solidFill>
              <a:ln w="12700" cap="flat" cmpd="sng" algn="ctr">
                <a:noFill/>
                <a:prstDash val="solid"/>
                <a:miter lim="800000"/>
              </a:ln>
              <a:effectLst>
                <a:outerShdw blurRad="381000" dist="1524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Freeform: Shape 29">
                <a:extLst>
                  <a:ext uri="{FF2B5EF4-FFF2-40B4-BE49-F238E27FC236}">
                    <a16:creationId xmlns:a16="http://schemas.microsoft.com/office/drawing/2014/main" id="{453E5DAC-1407-40D3-83A4-48E134EEC3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959818"/>
                <a:ext cx="12192000" cy="757168"/>
              </a:xfrm>
              <a:custGeom>
                <a:avLst/>
                <a:gdLst>
                  <a:gd name="connsiteX0" fmla="*/ 0 w 12192000"/>
                  <a:gd name="connsiteY0" fmla="*/ 0 h 757168"/>
                  <a:gd name="connsiteX1" fmla="*/ 41653 w 12192000"/>
                  <a:gd name="connsiteY1" fmla="*/ 6945 h 757168"/>
                  <a:gd name="connsiteX2" fmla="*/ 81317 w 12192000"/>
                  <a:gd name="connsiteY2" fmla="*/ 15509 h 757168"/>
                  <a:gd name="connsiteX3" fmla="*/ 114150 w 12192000"/>
                  <a:gd name="connsiteY3" fmla="*/ 28105 h 757168"/>
                  <a:gd name="connsiteX4" fmla="*/ 214865 w 12192000"/>
                  <a:gd name="connsiteY4" fmla="*/ 58374 h 757168"/>
                  <a:gd name="connsiteX5" fmla="*/ 299237 w 12192000"/>
                  <a:gd name="connsiteY5" fmla="*/ 63560 h 757168"/>
                  <a:gd name="connsiteX6" fmla="*/ 415570 w 12192000"/>
                  <a:gd name="connsiteY6" fmla="*/ 83774 h 757168"/>
                  <a:gd name="connsiteX7" fmla="*/ 633210 w 12192000"/>
                  <a:gd name="connsiteY7" fmla="*/ 109108 h 757168"/>
                  <a:gd name="connsiteX8" fmla="*/ 677567 w 12192000"/>
                  <a:gd name="connsiteY8" fmla="*/ 119446 h 757168"/>
                  <a:gd name="connsiteX9" fmla="*/ 946429 w 12192000"/>
                  <a:gd name="connsiteY9" fmla="*/ 171502 h 757168"/>
                  <a:gd name="connsiteX10" fmla="*/ 1163367 w 12192000"/>
                  <a:gd name="connsiteY10" fmla="*/ 182106 h 757168"/>
                  <a:gd name="connsiteX11" fmla="*/ 1180337 w 12192000"/>
                  <a:gd name="connsiteY11" fmla="*/ 181279 h 757168"/>
                  <a:gd name="connsiteX12" fmla="*/ 1263939 w 12192000"/>
                  <a:gd name="connsiteY12" fmla="*/ 173070 h 757168"/>
                  <a:gd name="connsiteX13" fmla="*/ 1392213 w 12192000"/>
                  <a:gd name="connsiteY13" fmla="*/ 183225 h 757168"/>
                  <a:gd name="connsiteX14" fmla="*/ 1479752 w 12192000"/>
                  <a:gd name="connsiteY14" fmla="*/ 205174 h 757168"/>
                  <a:gd name="connsiteX15" fmla="*/ 1589813 w 12192000"/>
                  <a:gd name="connsiteY15" fmla="*/ 211706 h 757168"/>
                  <a:gd name="connsiteX16" fmla="*/ 1716264 w 12192000"/>
                  <a:gd name="connsiteY16" fmla="*/ 207459 h 757168"/>
                  <a:gd name="connsiteX17" fmla="*/ 1772900 w 12192000"/>
                  <a:gd name="connsiteY17" fmla="*/ 208137 h 757168"/>
                  <a:gd name="connsiteX18" fmla="*/ 1929319 w 12192000"/>
                  <a:gd name="connsiteY18" fmla="*/ 193822 h 757168"/>
                  <a:gd name="connsiteX19" fmla="*/ 2021514 w 12192000"/>
                  <a:gd name="connsiteY19" fmla="*/ 204186 h 757168"/>
                  <a:gd name="connsiteX20" fmla="*/ 2111753 w 12192000"/>
                  <a:gd name="connsiteY20" fmla="*/ 223797 h 757168"/>
                  <a:gd name="connsiteX21" fmla="*/ 2169356 w 12192000"/>
                  <a:gd name="connsiteY21" fmla="*/ 241125 h 757168"/>
                  <a:gd name="connsiteX22" fmla="*/ 2286638 w 12192000"/>
                  <a:gd name="connsiteY22" fmla="*/ 257382 h 757168"/>
                  <a:gd name="connsiteX23" fmla="*/ 2308368 w 12192000"/>
                  <a:gd name="connsiteY23" fmla="*/ 256995 h 757168"/>
                  <a:gd name="connsiteX24" fmla="*/ 2660621 w 12192000"/>
                  <a:gd name="connsiteY24" fmla="*/ 262863 h 757168"/>
                  <a:gd name="connsiteX25" fmla="*/ 2801134 w 12192000"/>
                  <a:gd name="connsiteY25" fmla="*/ 250006 h 757168"/>
                  <a:gd name="connsiteX26" fmla="*/ 2830994 w 12192000"/>
                  <a:gd name="connsiteY26" fmla="*/ 249091 h 757168"/>
                  <a:gd name="connsiteX27" fmla="*/ 3129084 w 12192000"/>
                  <a:gd name="connsiteY27" fmla="*/ 242009 h 757168"/>
                  <a:gd name="connsiteX28" fmla="*/ 3162162 w 12192000"/>
                  <a:gd name="connsiteY28" fmla="*/ 242789 h 757168"/>
                  <a:gd name="connsiteX29" fmla="*/ 3254072 w 12192000"/>
                  <a:gd name="connsiteY29" fmla="*/ 251612 h 757168"/>
                  <a:gd name="connsiteX30" fmla="*/ 3473491 w 12192000"/>
                  <a:gd name="connsiteY30" fmla="*/ 221903 h 757168"/>
                  <a:gd name="connsiteX31" fmla="*/ 3691860 w 12192000"/>
                  <a:gd name="connsiteY31" fmla="*/ 219228 h 757168"/>
                  <a:gd name="connsiteX32" fmla="*/ 3811494 w 12192000"/>
                  <a:gd name="connsiteY32" fmla="*/ 225691 h 757168"/>
                  <a:gd name="connsiteX33" fmla="*/ 3897533 w 12192000"/>
                  <a:gd name="connsiteY33" fmla="*/ 220087 h 757168"/>
                  <a:gd name="connsiteX34" fmla="*/ 4109430 w 12192000"/>
                  <a:gd name="connsiteY34" fmla="*/ 200477 h 757168"/>
                  <a:gd name="connsiteX35" fmla="*/ 4208772 w 12192000"/>
                  <a:gd name="connsiteY35" fmla="*/ 200914 h 757168"/>
                  <a:gd name="connsiteX36" fmla="*/ 4314641 w 12192000"/>
                  <a:gd name="connsiteY36" fmla="*/ 196159 h 757168"/>
                  <a:gd name="connsiteX37" fmla="*/ 4577622 w 12192000"/>
                  <a:gd name="connsiteY37" fmla="*/ 163774 h 757168"/>
                  <a:gd name="connsiteX38" fmla="*/ 4790345 w 12192000"/>
                  <a:gd name="connsiteY38" fmla="*/ 177592 h 757168"/>
                  <a:gd name="connsiteX39" fmla="*/ 4926164 w 12192000"/>
                  <a:gd name="connsiteY39" fmla="*/ 184139 h 757168"/>
                  <a:gd name="connsiteX40" fmla="*/ 5088812 w 12192000"/>
                  <a:gd name="connsiteY40" fmla="*/ 177401 h 757168"/>
                  <a:gd name="connsiteX41" fmla="*/ 5222466 w 12192000"/>
                  <a:gd name="connsiteY41" fmla="*/ 162082 h 757168"/>
                  <a:gd name="connsiteX42" fmla="*/ 5406528 w 12192000"/>
                  <a:gd name="connsiteY42" fmla="*/ 153987 h 757168"/>
                  <a:gd name="connsiteX43" fmla="*/ 5590716 w 12192000"/>
                  <a:gd name="connsiteY43" fmla="*/ 129490 h 757168"/>
                  <a:gd name="connsiteX44" fmla="*/ 5719429 w 12192000"/>
                  <a:gd name="connsiteY44" fmla="*/ 110099 h 757168"/>
                  <a:gd name="connsiteX45" fmla="*/ 5897895 w 12192000"/>
                  <a:gd name="connsiteY45" fmla="*/ 96368 h 757168"/>
                  <a:gd name="connsiteX46" fmla="*/ 6169957 w 12192000"/>
                  <a:gd name="connsiteY46" fmla="*/ 94411 h 757168"/>
                  <a:gd name="connsiteX47" fmla="*/ 6294827 w 12192000"/>
                  <a:gd name="connsiteY47" fmla="*/ 99236 h 757168"/>
                  <a:gd name="connsiteX48" fmla="*/ 6494261 w 12192000"/>
                  <a:gd name="connsiteY48" fmla="*/ 71724 h 757168"/>
                  <a:gd name="connsiteX49" fmla="*/ 6579627 w 12192000"/>
                  <a:gd name="connsiteY49" fmla="*/ 57883 h 757168"/>
                  <a:gd name="connsiteX50" fmla="*/ 6654800 w 12192000"/>
                  <a:gd name="connsiteY50" fmla="*/ 77086 h 757168"/>
                  <a:gd name="connsiteX51" fmla="*/ 6703059 w 12192000"/>
                  <a:gd name="connsiteY51" fmla="*/ 97166 h 757168"/>
                  <a:gd name="connsiteX52" fmla="*/ 6859445 w 12192000"/>
                  <a:gd name="connsiteY52" fmla="*/ 90481 h 757168"/>
                  <a:gd name="connsiteX53" fmla="*/ 7025414 w 12192000"/>
                  <a:gd name="connsiteY53" fmla="*/ 83536 h 757168"/>
                  <a:gd name="connsiteX54" fmla="*/ 7144137 w 12192000"/>
                  <a:gd name="connsiteY54" fmla="*/ 79264 h 757168"/>
                  <a:gd name="connsiteX55" fmla="*/ 7291235 w 12192000"/>
                  <a:gd name="connsiteY55" fmla="*/ 95367 h 757168"/>
                  <a:gd name="connsiteX56" fmla="*/ 7407395 w 12192000"/>
                  <a:gd name="connsiteY56" fmla="*/ 104888 h 757168"/>
                  <a:gd name="connsiteX57" fmla="*/ 7500837 w 12192000"/>
                  <a:gd name="connsiteY57" fmla="*/ 119515 h 757168"/>
                  <a:gd name="connsiteX58" fmla="*/ 7533567 w 12192000"/>
                  <a:gd name="connsiteY58" fmla="*/ 126955 h 757168"/>
                  <a:gd name="connsiteX59" fmla="*/ 7792910 w 12192000"/>
                  <a:gd name="connsiteY59" fmla="*/ 185188 h 757168"/>
                  <a:gd name="connsiteX60" fmla="*/ 8070699 w 12192000"/>
                  <a:gd name="connsiteY60" fmla="*/ 235423 h 757168"/>
                  <a:gd name="connsiteX61" fmla="*/ 8253177 w 12192000"/>
                  <a:gd name="connsiteY61" fmla="*/ 222473 h 757168"/>
                  <a:gd name="connsiteX62" fmla="*/ 8320683 w 12192000"/>
                  <a:gd name="connsiteY62" fmla="*/ 226393 h 757168"/>
                  <a:gd name="connsiteX63" fmla="*/ 8631438 w 12192000"/>
                  <a:gd name="connsiteY63" fmla="*/ 237528 h 757168"/>
                  <a:gd name="connsiteX64" fmla="*/ 8686410 w 12192000"/>
                  <a:gd name="connsiteY64" fmla="*/ 234877 h 757168"/>
                  <a:gd name="connsiteX65" fmla="*/ 8980658 w 12192000"/>
                  <a:gd name="connsiteY65" fmla="*/ 273001 h 757168"/>
                  <a:gd name="connsiteX66" fmla="*/ 9087625 w 12192000"/>
                  <a:gd name="connsiteY66" fmla="*/ 282423 h 757168"/>
                  <a:gd name="connsiteX67" fmla="*/ 9186017 w 12192000"/>
                  <a:gd name="connsiteY67" fmla="*/ 293875 h 757168"/>
                  <a:gd name="connsiteX68" fmla="*/ 9323931 w 12192000"/>
                  <a:gd name="connsiteY68" fmla="*/ 302628 h 757168"/>
                  <a:gd name="connsiteX69" fmla="*/ 9467213 w 12192000"/>
                  <a:gd name="connsiteY69" fmla="*/ 307275 h 757168"/>
                  <a:gd name="connsiteX70" fmla="*/ 9626826 w 12192000"/>
                  <a:gd name="connsiteY70" fmla="*/ 316213 h 757168"/>
                  <a:gd name="connsiteX71" fmla="*/ 9689696 w 12192000"/>
                  <a:gd name="connsiteY71" fmla="*/ 324467 h 757168"/>
                  <a:gd name="connsiteX72" fmla="*/ 9860526 w 12192000"/>
                  <a:gd name="connsiteY72" fmla="*/ 329986 h 757168"/>
                  <a:gd name="connsiteX73" fmla="*/ 9949775 w 12192000"/>
                  <a:gd name="connsiteY73" fmla="*/ 340386 h 757168"/>
                  <a:gd name="connsiteX74" fmla="*/ 10097252 w 12192000"/>
                  <a:gd name="connsiteY74" fmla="*/ 349262 h 757168"/>
                  <a:gd name="connsiteX75" fmla="*/ 10145261 w 12192000"/>
                  <a:gd name="connsiteY75" fmla="*/ 353113 h 757168"/>
                  <a:gd name="connsiteX76" fmla="*/ 10188159 w 12192000"/>
                  <a:gd name="connsiteY76" fmla="*/ 356124 h 757168"/>
                  <a:gd name="connsiteX77" fmla="*/ 10336144 w 12192000"/>
                  <a:gd name="connsiteY77" fmla="*/ 348235 h 757168"/>
                  <a:gd name="connsiteX78" fmla="*/ 10466847 w 12192000"/>
                  <a:gd name="connsiteY78" fmla="*/ 354131 h 757168"/>
                  <a:gd name="connsiteX79" fmla="*/ 10696514 w 12192000"/>
                  <a:gd name="connsiteY79" fmla="*/ 353575 h 757168"/>
                  <a:gd name="connsiteX80" fmla="*/ 10746932 w 12192000"/>
                  <a:gd name="connsiteY80" fmla="*/ 360606 h 757168"/>
                  <a:gd name="connsiteX81" fmla="*/ 10905388 w 12192000"/>
                  <a:gd name="connsiteY81" fmla="*/ 370627 h 757168"/>
                  <a:gd name="connsiteX82" fmla="*/ 10995602 w 12192000"/>
                  <a:gd name="connsiteY82" fmla="*/ 376691 h 757168"/>
                  <a:gd name="connsiteX83" fmla="*/ 11107647 w 12192000"/>
                  <a:gd name="connsiteY83" fmla="*/ 373405 h 757168"/>
                  <a:gd name="connsiteX84" fmla="*/ 11302440 w 12192000"/>
                  <a:gd name="connsiteY84" fmla="*/ 364156 h 757168"/>
                  <a:gd name="connsiteX85" fmla="*/ 11353613 w 12192000"/>
                  <a:gd name="connsiteY85" fmla="*/ 363785 h 757168"/>
                  <a:gd name="connsiteX86" fmla="*/ 11447323 w 12192000"/>
                  <a:gd name="connsiteY86" fmla="*/ 359346 h 757168"/>
                  <a:gd name="connsiteX87" fmla="*/ 11464292 w 12192000"/>
                  <a:gd name="connsiteY87" fmla="*/ 358519 h 757168"/>
                  <a:gd name="connsiteX88" fmla="*/ 11607560 w 12192000"/>
                  <a:gd name="connsiteY88" fmla="*/ 342370 h 757168"/>
                  <a:gd name="connsiteX89" fmla="*/ 11681426 w 12192000"/>
                  <a:gd name="connsiteY89" fmla="*/ 344335 h 757168"/>
                  <a:gd name="connsiteX90" fmla="*/ 11893565 w 12192000"/>
                  <a:gd name="connsiteY90" fmla="*/ 355261 h 757168"/>
                  <a:gd name="connsiteX91" fmla="*/ 11983290 w 12192000"/>
                  <a:gd name="connsiteY91" fmla="*/ 363588 h 757168"/>
                  <a:gd name="connsiteX92" fmla="*/ 12192000 w 12192000"/>
                  <a:gd name="connsiteY92" fmla="*/ 388018 h 757168"/>
                  <a:gd name="connsiteX93" fmla="*/ 12192000 w 12192000"/>
                  <a:gd name="connsiteY93" fmla="*/ 577115 h 757168"/>
                  <a:gd name="connsiteX94" fmla="*/ 12157329 w 12192000"/>
                  <a:gd name="connsiteY94" fmla="*/ 588862 h 757168"/>
                  <a:gd name="connsiteX95" fmla="*/ 12066948 w 12192000"/>
                  <a:gd name="connsiteY95" fmla="*/ 586034 h 757168"/>
                  <a:gd name="connsiteX96" fmla="*/ 11911344 w 12192000"/>
                  <a:gd name="connsiteY96" fmla="*/ 521599 h 757168"/>
                  <a:gd name="connsiteX97" fmla="*/ 11847823 w 12192000"/>
                  <a:gd name="connsiteY97" fmla="*/ 511785 h 757168"/>
                  <a:gd name="connsiteX98" fmla="*/ 11737547 w 12192000"/>
                  <a:gd name="connsiteY98" fmla="*/ 502380 h 757168"/>
                  <a:gd name="connsiteX99" fmla="*/ 11636052 w 12192000"/>
                  <a:gd name="connsiteY99" fmla="*/ 514993 h 757168"/>
                  <a:gd name="connsiteX100" fmla="*/ 11394706 w 12192000"/>
                  <a:gd name="connsiteY100" fmla="*/ 590867 h 757168"/>
                  <a:gd name="connsiteX101" fmla="*/ 11354978 w 12192000"/>
                  <a:gd name="connsiteY101" fmla="*/ 597561 h 757168"/>
                  <a:gd name="connsiteX102" fmla="*/ 11285306 w 12192000"/>
                  <a:gd name="connsiteY102" fmla="*/ 599825 h 757168"/>
                  <a:gd name="connsiteX103" fmla="*/ 11008528 w 12192000"/>
                  <a:gd name="connsiteY103" fmla="*/ 656670 h 757168"/>
                  <a:gd name="connsiteX104" fmla="*/ 10948735 w 12192000"/>
                  <a:gd name="connsiteY104" fmla="*/ 652964 h 757168"/>
                  <a:gd name="connsiteX105" fmla="*/ 10850698 w 12192000"/>
                  <a:gd name="connsiteY105" fmla="*/ 641721 h 757168"/>
                  <a:gd name="connsiteX106" fmla="*/ 10744026 w 12192000"/>
                  <a:gd name="connsiteY106" fmla="*/ 647769 h 757168"/>
                  <a:gd name="connsiteX107" fmla="*/ 10666160 w 12192000"/>
                  <a:gd name="connsiteY107" fmla="*/ 651891 h 757168"/>
                  <a:gd name="connsiteX108" fmla="*/ 10450521 w 12192000"/>
                  <a:gd name="connsiteY108" fmla="*/ 616552 h 757168"/>
                  <a:gd name="connsiteX109" fmla="*/ 10271192 w 12192000"/>
                  <a:gd name="connsiteY109" fmla="*/ 583498 h 757168"/>
                  <a:gd name="connsiteX110" fmla="*/ 10246067 w 12192000"/>
                  <a:gd name="connsiteY110" fmla="*/ 585423 h 757168"/>
                  <a:gd name="connsiteX111" fmla="*/ 10005027 w 12192000"/>
                  <a:gd name="connsiteY111" fmla="*/ 592252 h 757168"/>
                  <a:gd name="connsiteX112" fmla="*/ 9898681 w 12192000"/>
                  <a:gd name="connsiteY112" fmla="*/ 613195 h 757168"/>
                  <a:gd name="connsiteX113" fmla="*/ 9753225 w 12192000"/>
                  <a:gd name="connsiteY113" fmla="*/ 629038 h 757168"/>
                  <a:gd name="connsiteX114" fmla="*/ 9591376 w 12192000"/>
                  <a:gd name="connsiteY114" fmla="*/ 648601 h 757168"/>
                  <a:gd name="connsiteX115" fmla="*/ 9472860 w 12192000"/>
                  <a:gd name="connsiteY115" fmla="*/ 655936 h 757168"/>
                  <a:gd name="connsiteX116" fmla="*/ 9299788 w 12192000"/>
                  <a:gd name="connsiteY116" fmla="*/ 636945 h 757168"/>
                  <a:gd name="connsiteX117" fmla="*/ 9264605 w 12192000"/>
                  <a:gd name="connsiteY117" fmla="*/ 627087 h 757168"/>
                  <a:gd name="connsiteX118" fmla="*/ 8926435 w 12192000"/>
                  <a:gd name="connsiteY118" fmla="*/ 549269 h 757168"/>
                  <a:gd name="connsiteX119" fmla="*/ 8698934 w 12192000"/>
                  <a:gd name="connsiteY119" fmla="*/ 536583 h 757168"/>
                  <a:gd name="connsiteX120" fmla="*/ 8622862 w 12192000"/>
                  <a:gd name="connsiteY120" fmla="*/ 541563 h 757168"/>
                  <a:gd name="connsiteX121" fmla="*/ 8482784 w 12192000"/>
                  <a:gd name="connsiteY121" fmla="*/ 574094 h 757168"/>
                  <a:gd name="connsiteX122" fmla="*/ 8421565 w 12192000"/>
                  <a:gd name="connsiteY122" fmla="*/ 576610 h 757168"/>
                  <a:gd name="connsiteX123" fmla="*/ 8313469 w 12192000"/>
                  <a:gd name="connsiteY123" fmla="*/ 574762 h 757168"/>
                  <a:gd name="connsiteX124" fmla="*/ 8079520 w 12192000"/>
                  <a:gd name="connsiteY124" fmla="*/ 558685 h 757168"/>
                  <a:gd name="connsiteX125" fmla="*/ 7773327 w 12192000"/>
                  <a:gd name="connsiteY125" fmla="*/ 558854 h 757168"/>
                  <a:gd name="connsiteX126" fmla="*/ 7652477 w 12192000"/>
                  <a:gd name="connsiteY126" fmla="*/ 547561 h 757168"/>
                  <a:gd name="connsiteX127" fmla="*/ 7522274 w 12192000"/>
                  <a:gd name="connsiteY127" fmla="*/ 532150 h 757168"/>
                  <a:gd name="connsiteX128" fmla="*/ 7484080 w 12192000"/>
                  <a:gd name="connsiteY128" fmla="*/ 530532 h 757168"/>
                  <a:gd name="connsiteX129" fmla="*/ 7282277 w 12192000"/>
                  <a:gd name="connsiteY129" fmla="*/ 540177 h 757168"/>
                  <a:gd name="connsiteX130" fmla="*/ 7235690 w 12192000"/>
                  <a:gd name="connsiteY130" fmla="*/ 551282 h 757168"/>
                  <a:gd name="connsiteX131" fmla="*/ 7116339 w 12192000"/>
                  <a:gd name="connsiteY131" fmla="*/ 539494 h 757168"/>
                  <a:gd name="connsiteX132" fmla="*/ 7011067 w 12192000"/>
                  <a:gd name="connsiteY132" fmla="*/ 511848 h 757168"/>
                  <a:gd name="connsiteX133" fmla="*/ 6403234 w 12192000"/>
                  <a:gd name="connsiteY133" fmla="*/ 432296 h 757168"/>
                  <a:gd name="connsiteX134" fmla="*/ 6036273 w 12192000"/>
                  <a:gd name="connsiteY134" fmla="*/ 412301 h 757168"/>
                  <a:gd name="connsiteX135" fmla="*/ 5780467 w 12192000"/>
                  <a:gd name="connsiteY135" fmla="*/ 377910 h 757168"/>
                  <a:gd name="connsiteX136" fmla="*/ 5739051 w 12192000"/>
                  <a:gd name="connsiteY136" fmla="*/ 353609 h 757168"/>
                  <a:gd name="connsiteX137" fmla="*/ 5583566 w 12192000"/>
                  <a:gd name="connsiteY137" fmla="*/ 321995 h 757168"/>
                  <a:gd name="connsiteX138" fmla="*/ 5432030 w 12192000"/>
                  <a:gd name="connsiteY138" fmla="*/ 362512 h 757168"/>
                  <a:gd name="connsiteX139" fmla="*/ 5241398 w 12192000"/>
                  <a:gd name="connsiteY139" fmla="*/ 425781 h 757168"/>
                  <a:gd name="connsiteX140" fmla="*/ 5139710 w 12192000"/>
                  <a:gd name="connsiteY140" fmla="*/ 421022 h 757168"/>
                  <a:gd name="connsiteX141" fmla="*/ 4929402 w 12192000"/>
                  <a:gd name="connsiteY141" fmla="*/ 424310 h 757168"/>
                  <a:gd name="connsiteX142" fmla="*/ 4782793 w 12192000"/>
                  <a:gd name="connsiteY142" fmla="*/ 441046 h 757168"/>
                  <a:gd name="connsiteX143" fmla="*/ 4577594 w 12192000"/>
                  <a:gd name="connsiteY143" fmla="*/ 459290 h 757168"/>
                  <a:gd name="connsiteX144" fmla="*/ 4500826 w 12192000"/>
                  <a:gd name="connsiteY144" fmla="*/ 470529 h 757168"/>
                  <a:gd name="connsiteX145" fmla="*/ 4317973 w 12192000"/>
                  <a:gd name="connsiteY145" fmla="*/ 483649 h 757168"/>
                  <a:gd name="connsiteX146" fmla="*/ 4166722 w 12192000"/>
                  <a:gd name="connsiteY146" fmla="*/ 490602 h 757168"/>
                  <a:gd name="connsiteX147" fmla="*/ 4042814 w 12192000"/>
                  <a:gd name="connsiteY147" fmla="*/ 530660 h 757168"/>
                  <a:gd name="connsiteX148" fmla="*/ 4002653 w 12192000"/>
                  <a:gd name="connsiteY148" fmla="*/ 552594 h 757168"/>
                  <a:gd name="connsiteX149" fmla="*/ 3969549 w 12192000"/>
                  <a:gd name="connsiteY149" fmla="*/ 566312 h 757168"/>
                  <a:gd name="connsiteX150" fmla="*/ 3821685 w 12192000"/>
                  <a:gd name="connsiteY150" fmla="*/ 649183 h 757168"/>
                  <a:gd name="connsiteX151" fmla="*/ 3805138 w 12192000"/>
                  <a:gd name="connsiteY151" fmla="*/ 655947 h 757168"/>
                  <a:gd name="connsiteX152" fmla="*/ 3609177 w 12192000"/>
                  <a:gd name="connsiteY152" fmla="*/ 687459 h 757168"/>
                  <a:gd name="connsiteX153" fmla="*/ 3539727 w 12192000"/>
                  <a:gd name="connsiteY153" fmla="*/ 706521 h 757168"/>
                  <a:gd name="connsiteX154" fmla="*/ 3396572 w 12192000"/>
                  <a:gd name="connsiteY154" fmla="*/ 755681 h 757168"/>
                  <a:gd name="connsiteX155" fmla="*/ 3341054 w 12192000"/>
                  <a:gd name="connsiteY155" fmla="*/ 754679 h 757168"/>
                  <a:gd name="connsiteX156" fmla="*/ 3138775 w 12192000"/>
                  <a:gd name="connsiteY156" fmla="*/ 710120 h 757168"/>
                  <a:gd name="connsiteX157" fmla="*/ 3037283 w 12192000"/>
                  <a:gd name="connsiteY157" fmla="*/ 666453 h 757168"/>
                  <a:gd name="connsiteX158" fmla="*/ 3002117 w 12192000"/>
                  <a:gd name="connsiteY158" fmla="*/ 649347 h 757168"/>
                  <a:gd name="connsiteX159" fmla="*/ 2747294 w 12192000"/>
                  <a:gd name="connsiteY159" fmla="*/ 652400 h 757168"/>
                  <a:gd name="connsiteX160" fmla="*/ 2676273 w 12192000"/>
                  <a:gd name="connsiteY160" fmla="*/ 652304 h 757168"/>
                  <a:gd name="connsiteX161" fmla="*/ 2432360 w 12192000"/>
                  <a:gd name="connsiteY161" fmla="*/ 657836 h 757168"/>
                  <a:gd name="connsiteX162" fmla="*/ 2382311 w 12192000"/>
                  <a:gd name="connsiteY162" fmla="*/ 650824 h 757168"/>
                  <a:gd name="connsiteX163" fmla="*/ 2055134 w 12192000"/>
                  <a:gd name="connsiteY163" fmla="*/ 630053 h 757168"/>
                  <a:gd name="connsiteX164" fmla="*/ 2031829 w 12192000"/>
                  <a:gd name="connsiteY164" fmla="*/ 639324 h 757168"/>
                  <a:gd name="connsiteX165" fmla="*/ 1912764 w 12192000"/>
                  <a:gd name="connsiteY165" fmla="*/ 664183 h 757168"/>
                  <a:gd name="connsiteX166" fmla="*/ 1755637 w 12192000"/>
                  <a:gd name="connsiteY166" fmla="*/ 663960 h 757168"/>
                  <a:gd name="connsiteX167" fmla="*/ 1727159 w 12192000"/>
                  <a:gd name="connsiteY167" fmla="*/ 659605 h 757168"/>
                  <a:gd name="connsiteX168" fmla="*/ 1622470 w 12192000"/>
                  <a:gd name="connsiteY168" fmla="*/ 634850 h 757168"/>
                  <a:gd name="connsiteX169" fmla="*/ 1385955 w 12192000"/>
                  <a:gd name="connsiteY169" fmla="*/ 604522 h 757168"/>
                  <a:gd name="connsiteX170" fmla="*/ 1340055 w 12192000"/>
                  <a:gd name="connsiteY170" fmla="*/ 595629 h 757168"/>
                  <a:gd name="connsiteX171" fmla="*/ 1257271 w 12192000"/>
                  <a:gd name="connsiteY171" fmla="*/ 581180 h 757168"/>
                  <a:gd name="connsiteX172" fmla="*/ 1031914 w 12192000"/>
                  <a:gd name="connsiteY172" fmla="*/ 562692 h 757168"/>
                  <a:gd name="connsiteX173" fmla="*/ 922031 w 12192000"/>
                  <a:gd name="connsiteY173" fmla="*/ 566853 h 757168"/>
                  <a:gd name="connsiteX174" fmla="*/ 873250 w 12192000"/>
                  <a:gd name="connsiteY174" fmla="*/ 563724 h 757168"/>
                  <a:gd name="connsiteX175" fmla="*/ 711627 w 12192000"/>
                  <a:gd name="connsiteY175" fmla="*/ 529880 h 757168"/>
                  <a:gd name="connsiteX176" fmla="*/ 311112 w 12192000"/>
                  <a:gd name="connsiteY176" fmla="*/ 525106 h 757168"/>
                  <a:gd name="connsiteX177" fmla="*/ 184145 w 12192000"/>
                  <a:gd name="connsiteY177" fmla="*/ 532188 h 757168"/>
                  <a:gd name="connsiteX178" fmla="*/ 116886 w 12192000"/>
                  <a:gd name="connsiteY178" fmla="*/ 530572 h 757168"/>
                  <a:gd name="connsiteX179" fmla="*/ 23941 w 12192000"/>
                  <a:gd name="connsiteY179" fmla="*/ 506433 h 757168"/>
                  <a:gd name="connsiteX180" fmla="*/ 0 w 12192000"/>
                  <a:gd name="connsiteY180" fmla="*/ 502149 h 757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Lst>
                <a:rect l="l" t="t" r="r" b="b"/>
                <a:pathLst>
                  <a:path w="12192000" h="757168">
                    <a:moveTo>
                      <a:pt x="0" y="0"/>
                    </a:moveTo>
                    <a:lnTo>
                      <a:pt x="41653" y="6945"/>
                    </a:lnTo>
                    <a:cubicBezTo>
                      <a:pt x="55151" y="9178"/>
                      <a:pt x="68996" y="11810"/>
                      <a:pt x="81317" y="15509"/>
                    </a:cubicBezTo>
                    <a:cubicBezTo>
                      <a:pt x="92911" y="18978"/>
                      <a:pt x="102562" y="24446"/>
                      <a:pt x="114150" y="28105"/>
                    </a:cubicBezTo>
                    <a:cubicBezTo>
                      <a:pt x="145644" y="37958"/>
                      <a:pt x="177914" y="47281"/>
                      <a:pt x="214865" y="58374"/>
                    </a:cubicBezTo>
                    <a:cubicBezTo>
                      <a:pt x="236680" y="42349"/>
                      <a:pt x="264438" y="53534"/>
                      <a:pt x="299237" y="63560"/>
                    </a:cubicBezTo>
                    <a:cubicBezTo>
                      <a:pt x="334763" y="73816"/>
                      <a:pt x="376093" y="78654"/>
                      <a:pt x="415570" y="83774"/>
                    </a:cubicBezTo>
                    <a:cubicBezTo>
                      <a:pt x="487949" y="93100"/>
                      <a:pt x="560804" y="100354"/>
                      <a:pt x="633210" y="109108"/>
                    </a:cubicBezTo>
                    <a:cubicBezTo>
                      <a:pt x="648566" y="111058"/>
                      <a:pt x="666073" y="114072"/>
                      <a:pt x="677567" y="119446"/>
                    </a:cubicBezTo>
                    <a:cubicBezTo>
                      <a:pt x="756262" y="155621"/>
                      <a:pt x="853422" y="169678"/>
                      <a:pt x="946429" y="171502"/>
                    </a:cubicBezTo>
                    <a:cubicBezTo>
                      <a:pt x="1019582" y="173044"/>
                      <a:pt x="1091239" y="175083"/>
                      <a:pt x="1163367" y="182106"/>
                    </a:cubicBezTo>
                    <a:cubicBezTo>
                      <a:pt x="1168863" y="182586"/>
                      <a:pt x="1176224" y="182589"/>
                      <a:pt x="1180337" y="181279"/>
                    </a:cubicBezTo>
                    <a:cubicBezTo>
                      <a:pt x="1205822" y="172503"/>
                      <a:pt x="1231920" y="173109"/>
                      <a:pt x="1263939" y="173070"/>
                    </a:cubicBezTo>
                    <a:cubicBezTo>
                      <a:pt x="1309211" y="172961"/>
                      <a:pt x="1350592" y="176848"/>
                      <a:pt x="1392213" y="183225"/>
                    </a:cubicBezTo>
                    <a:cubicBezTo>
                      <a:pt x="1422516" y="187866"/>
                      <a:pt x="1453010" y="195759"/>
                      <a:pt x="1479752" y="205174"/>
                    </a:cubicBezTo>
                    <a:cubicBezTo>
                      <a:pt x="1516962" y="218381"/>
                      <a:pt x="1553071" y="224660"/>
                      <a:pt x="1589813" y="211706"/>
                    </a:cubicBezTo>
                    <a:cubicBezTo>
                      <a:pt x="1629541" y="197953"/>
                      <a:pt x="1673292" y="205778"/>
                      <a:pt x="1716264" y="207459"/>
                    </a:cubicBezTo>
                    <a:cubicBezTo>
                      <a:pt x="1734988" y="208248"/>
                      <a:pt x="1754789" y="209668"/>
                      <a:pt x="1772900" y="208137"/>
                    </a:cubicBezTo>
                    <a:cubicBezTo>
                      <a:pt x="1825381" y="203828"/>
                      <a:pt x="1876222" y="195808"/>
                      <a:pt x="1929319" y="193822"/>
                    </a:cubicBezTo>
                    <a:cubicBezTo>
                      <a:pt x="1958819" y="192698"/>
                      <a:pt x="1991232" y="199166"/>
                      <a:pt x="2021514" y="204186"/>
                    </a:cubicBezTo>
                    <a:cubicBezTo>
                      <a:pt x="2052154" y="209417"/>
                      <a:pt x="2082323" y="216530"/>
                      <a:pt x="2111753" y="223797"/>
                    </a:cubicBezTo>
                    <a:cubicBezTo>
                      <a:pt x="2131736" y="228659"/>
                      <a:pt x="2153567" y="233429"/>
                      <a:pt x="2169356" y="241125"/>
                    </a:cubicBezTo>
                    <a:cubicBezTo>
                      <a:pt x="2205243" y="258649"/>
                      <a:pt x="2242901" y="263295"/>
                      <a:pt x="2286638" y="257382"/>
                    </a:cubicBezTo>
                    <a:cubicBezTo>
                      <a:pt x="2293313" y="256396"/>
                      <a:pt x="2301018" y="256799"/>
                      <a:pt x="2308368" y="256995"/>
                    </a:cubicBezTo>
                    <a:cubicBezTo>
                      <a:pt x="2426026" y="259155"/>
                      <a:pt x="2543593" y="262834"/>
                      <a:pt x="2660621" y="262863"/>
                    </a:cubicBezTo>
                    <a:cubicBezTo>
                      <a:pt x="2708088" y="262871"/>
                      <a:pt x="2754165" y="254412"/>
                      <a:pt x="2801134" y="250006"/>
                    </a:cubicBezTo>
                    <a:cubicBezTo>
                      <a:pt x="2810748" y="249174"/>
                      <a:pt x="2821504" y="247638"/>
                      <a:pt x="2830994" y="249091"/>
                    </a:cubicBezTo>
                    <a:cubicBezTo>
                      <a:pt x="2934354" y="264045"/>
                      <a:pt x="3032340" y="255254"/>
                      <a:pt x="3129084" y="242009"/>
                    </a:cubicBezTo>
                    <a:cubicBezTo>
                      <a:pt x="3139090" y="240625"/>
                      <a:pt x="3151170" y="241831"/>
                      <a:pt x="3162162" y="242789"/>
                    </a:cubicBezTo>
                    <a:cubicBezTo>
                      <a:pt x="3192925" y="245736"/>
                      <a:pt x="3225969" y="254145"/>
                      <a:pt x="3254072" y="251612"/>
                    </a:cubicBezTo>
                    <a:cubicBezTo>
                      <a:pt x="3328782" y="244461"/>
                      <a:pt x="3402881" y="234992"/>
                      <a:pt x="3473491" y="221903"/>
                    </a:cubicBezTo>
                    <a:cubicBezTo>
                      <a:pt x="3545212" y="208683"/>
                      <a:pt x="3611651" y="197856"/>
                      <a:pt x="3691860" y="219228"/>
                    </a:cubicBezTo>
                    <a:cubicBezTo>
                      <a:pt x="3725977" y="228268"/>
                      <a:pt x="3771754" y="225515"/>
                      <a:pt x="3811494" y="225691"/>
                    </a:cubicBezTo>
                    <a:cubicBezTo>
                      <a:pt x="3840564" y="225687"/>
                      <a:pt x="3868906" y="218586"/>
                      <a:pt x="3897533" y="220087"/>
                    </a:cubicBezTo>
                    <a:cubicBezTo>
                      <a:pt x="3973874" y="224087"/>
                      <a:pt x="4042293" y="217563"/>
                      <a:pt x="4109430" y="200477"/>
                    </a:cubicBezTo>
                    <a:cubicBezTo>
                      <a:pt x="4135544" y="193834"/>
                      <a:pt x="4175268" y="201258"/>
                      <a:pt x="4208772" y="200914"/>
                    </a:cubicBezTo>
                    <a:cubicBezTo>
                      <a:pt x="4244136" y="200288"/>
                      <a:pt x="4280583" y="199908"/>
                      <a:pt x="4314641" y="196159"/>
                    </a:cubicBezTo>
                    <a:cubicBezTo>
                      <a:pt x="4402743" y="186278"/>
                      <a:pt x="4489848" y="174436"/>
                      <a:pt x="4577622" y="163774"/>
                    </a:cubicBezTo>
                    <a:cubicBezTo>
                      <a:pt x="4649843" y="154967"/>
                      <a:pt x="4719794" y="168553"/>
                      <a:pt x="4790345" y="177592"/>
                    </a:cubicBezTo>
                    <a:cubicBezTo>
                      <a:pt x="4834576" y="183345"/>
                      <a:pt x="4875614" y="193701"/>
                      <a:pt x="4926164" y="184139"/>
                    </a:cubicBezTo>
                    <a:cubicBezTo>
                      <a:pt x="4974485" y="175032"/>
                      <a:pt x="5034899" y="180870"/>
                      <a:pt x="5088812" y="177401"/>
                    </a:cubicBezTo>
                    <a:cubicBezTo>
                      <a:pt x="5134238" y="174439"/>
                      <a:pt x="5178353" y="168165"/>
                      <a:pt x="5222466" y="162082"/>
                    </a:cubicBezTo>
                    <a:cubicBezTo>
                      <a:pt x="5282519" y="153783"/>
                      <a:pt x="5341864" y="144876"/>
                      <a:pt x="5406528" y="153987"/>
                    </a:cubicBezTo>
                    <a:cubicBezTo>
                      <a:pt x="5479960" y="164323"/>
                      <a:pt x="5531876" y="142624"/>
                      <a:pt x="5590716" y="129490"/>
                    </a:cubicBezTo>
                    <a:cubicBezTo>
                      <a:pt x="5631296" y="120553"/>
                      <a:pt x="5675395" y="114659"/>
                      <a:pt x="5719429" y="110099"/>
                    </a:cubicBezTo>
                    <a:cubicBezTo>
                      <a:pt x="5778247" y="104215"/>
                      <a:pt x="5838715" y="102042"/>
                      <a:pt x="5897895" y="96368"/>
                    </a:cubicBezTo>
                    <a:cubicBezTo>
                      <a:pt x="5987399" y="87895"/>
                      <a:pt x="6077855" y="82333"/>
                      <a:pt x="6169957" y="94411"/>
                    </a:cubicBezTo>
                    <a:cubicBezTo>
                      <a:pt x="6212360" y="99875"/>
                      <a:pt x="6252010" y="101763"/>
                      <a:pt x="6294827" y="99236"/>
                    </a:cubicBezTo>
                    <a:cubicBezTo>
                      <a:pt x="6364965" y="95091"/>
                      <a:pt x="6436581" y="97891"/>
                      <a:pt x="6494261" y="71724"/>
                    </a:cubicBezTo>
                    <a:cubicBezTo>
                      <a:pt x="6514615" y="62488"/>
                      <a:pt x="6550354" y="61691"/>
                      <a:pt x="6579627" y="57883"/>
                    </a:cubicBezTo>
                    <a:cubicBezTo>
                      <a:pt x="6613354" y="53353"/>
                      <a:pt x="6637770" y="57878"/>
                      <a:pt x="6654800" y="77086"/>
                    </a:cubicBezTo>
                    <a:cubicBezTo>
                      <a:pt x="6662444" y="85688"/>
                      <a:pt x="6685147" y="94892"/>
                      <a:pt x="6703059" y="97166"/>
                    </a:cubicBezTo>
                    <a:cubicBezTo>
                      <a:pt x="6756799" y="103989"/>
                      <a:pt x="6806654" y="100687"/>
                      <a:pt x="6859445" y="90481"/>
                    </a:cubicBezTo>
                    <a:cubicBezTo>
                      <a:pt x="6908894" y="80861"/>
                      <a:pt x="6969747" y="85387"/>
                      <a:pt x="7025414" y="83536"/>
                    </a:cubicBezTo>
                    <a:cubicBezTo>
                      <a:pt x="7064862" y="82168"/>
                      <a:pt x="7104501" y="77186"/>
                      <a:pt x="7144137" y="79264"/>
                    </a:cubicBezTo>
                    <a:cubicBezTo>
                      <a:pt x="7193316" y="81841"/>
                      <a:pt x="7241809" y="90488"/>
                      <a:pt x="7291235" y="95367"/>
                    </a:cubicBezTo>
                    <a:cubicBezTo>
                      <a:pt x="7329668" y="99288"/>
                      <a:pt x="7368978" y="100585"/>
                      <a:pt x="7407395" y="104888"/>
                    </a:cubicBezTo>
                    <a:cubicBezTo>
                      <a:pt x="7438868" y="108256"/>
                      <a:pt x="7469832" y="114265"/>
                      <a:pt x="7500837" y="119515"/>
                    </a:cubicBezTo>
                    <a:cubicBezTo>
                      <a:pt x="7512146" y="121444"/>
                      <a:pt x="7523255" y="127178"/>
                      <a:pt x="7533567" y="126955"/>
                    </a:cubicBezTo>
                    <a:cubicBezTo>
                      <a:pt x="7636025" y="124121"/>
                      <a:pt x="7707510" y="164497"/>
                      <a:pt x="7792910" y="185188"/>
                    </a:cubicBezTo>
                    <a:cubicBezTo>
                      <a:pt x="7882663" y="207063"/>
                      <a:pt x="7969001" y="237914"/>
                      <a:pt x="8070699" y="235423"/>
                    </a:cubicBezTo>
                    <a:cubicBezTo>
                      <a:pt x="8132239" y="233879"/>
                      <a:pt x="8191903" y="225939"/>
                      <a:pt x="8253177" y="222473"/>
                    </a:cubicBezTo>
                    <a:cubicBezTo>
                      <a:pt x="8274949" y="221324"/>
                      <a:pt x="8299150" y="222976"/>
                      <a:pt x="8320683" y="226393"/>
                    </a:cubicBezTo>
                    <a:cubicBezTo>
                      <a:pt x="8424731" y="242340"/>
                      <a:pt x="8527777" y="249266"/>
                      <a:pt x="8631438" y="237528"/>
                    </a:cubicBezTo>
                    <a:cubicBezTo>
                      <a:pt x="8649201" y="235596"/>
                      <a:pt x="8668058" y="233915"/>
                      <a:pt x="8686410" y="234877"/>
                    </a:cubicBezTo>
                    <a:cubicBezTo>
                      <a:pt x="8786966" y="240146"/>
                      <a:pt x="8885480" y="249315"/>
                      <a:pt x="8980658" y="273001"/>
                    </a:cubicBezTo>
                    <a:cubicBezTo>
                      <a:pt x="9012626" y="280972"/>
                      <a:pt x="9052108" y="279035"/>
                      <a:pt x="9087625" y="282423"/>
                    </a:cubicBezTo>
                    <a:cubicBezTo>
                      <a:pt x="9120583" y="285484"/>
                      <a:pt x="9154319" y="287825"/>
                      <a:pt x="9186017" y="293875"/>
                    </a:cubicBezTo>
                    <a:cubicBezTo>
                      <a:pt x="9232288" y="302785"/>
                      <a:pt x="9275554" y="305815"/>
                      <a:pt x="9323931" y="302628"/>
                    </a:cubicBezTo>
                    <a:cubicBezTo>
                      <a:pt x="9370084" y="299705"/>
                      <a:pt x="9419491" y="304964"/>
                      <a:pt x="9467213" y="307275"/>
                    </a:cubicBezTo>
                    <a:cubicBezTo>
                      <a:pt x="9520438" y="309874"/>
                      <a:pt x="9573661" y="312473"/>
                      <a:pt x="9626826" y="316213"/>
                    </a:cubicBezTo>
                    <a:cubicBezTo>
                      <a:pt x="9648094" y="317708"/>
                      <a:pt x="9671915" y="326588"/>
                      <a:pt x="9689696" y="324467"/>
                    </a:cubicBezTo>
                    <a:cubicBezTo>
                      <a:pt x="9747117" y="317175"/>
                      <a:pt x="9803355" y="332523"/>
                      <a:pt x="9860526" y="329986"/>
                    </a:cubicBezTo>
                    <a:cubicBezTo>
                      <a:pt x="9888572" y="328594"/>
                      <a:pt x="9919723" y="338048"/>
                      <a:pt x="9949775" y="340386"/>
                    </a:cubicBezTo>
                    <a:cubicBezTo>
                      <a:pt x="9998886" y="344296"/>
                      <a:pt x="10048092" y="346302"/>
                      <a:pt x="10097252" y="349262"/>
                    </a:cubicBezTo>
                    <a:cubicBezTo>
                      <a:pt x="10113390" y="350297"/>
                      <a:pt x="10129133" y="351886"/>
                      <a:pt x="10145261" y="353113"/>
                    </a:cubicBezTo>
                    <a:cubicBezTo>
                      <a:pt x="10159555" y="354243"/>
                      <a:pt x="10174512" y="356743"/>
                      <a:pt x="10188159" y="356124"/>
                    </a:cubicBezTo>
                    <a:cubicBezTo>
                      <a:pt x="10237589" y="353944"/>
                      <a:pt x="10286441" y="348682"/>
                      <a:pt x="10336144" y="348235"/>
                    </a:cubicBezTo>
                    <a:cubicBezTo>
                      <a:pt x="10379222" y="347822"/>
                      <a:pt x="10423443" y="353764"/>
                      <a:pt x="10466847" y="354131"/>
                    </a:cubicBezTo>
                    <a:cubicBezTo>
                      <a:pt x="10543353" y="354898"/>
                      <a:pt x="10619988" y="353190"/>
                      <a:pt x="10696514" y="353575"/>
                    </a:cubicBezTo>
                    <a:cubicBezTo>
                      <a:pt x="10713071" y="353680"/>
                      <a:pt x="10730069" y="359342"/>
                      <a:pt x="10746932" y="360606"/>
                    </a:cubicBezTo>
                    <a:cubicBezTo>
                      <a:pt x="10799731" y="364326"/>
                      <a:pt x="10852569" y="367289"/>
                      <a:pt x="10905388" y="370627"/>
                    </a:cubicBezTo>
                    <a:cubicBezTo>
                      <a:pt x="10935470" y="372396"/>
                      <a:pt x="10965963" y="373421"/>
                      <a:pt x="10995602" y="376691"/>
                    </a:cubicBezTo>
                    <a:cubicBezTo>
                      <a:pt x="11034750" y="381032"/>
                      <a:pt x="11070168" y="386324"/>
                      <a:pt x="11107647" y="373405"/>
                    </a:cubicBezTo>
                    <a:cubicBezTo>
                      <a:pt x="11165372" y="353347"/>
                      <a:pt x="11236837" y="366060"/>
                      <a:pt x="11302440" y="364156"/>
                    </a:cubicBezTo>
                    <a:cubicBezTo>
                      <a:pt x="11319394" y="363708"/>
                      <a:pt x="11336655" y="364422"/>
                      <a:pt x="11353613" y="363785"/>
                    </a:cubicBezTo>
                    <a:cubicBezTo>
                      <a:pt x="11384961" y="362566"/>
                      <a:pt x="11415955" y="360947"/>
                      <a:pt x="11447323" y="359346"/>
                    </a:cubicBezTo>
                    <a:cubicBezTo>
                      <a:pt x="11452855" y="359066"/>
                      <a:pt x="11459104" y="359200"/>
                      <a:pt x="11464292" y="358519"/>
                    </a:cubicBezTo>
                    <a:cubicBezTo>
                      <a:pt x="11512058" y="353010"/>
                      <a:pt x="11559143" y="346321"/>
                      <a:pt x="11607560" y="342370"/>
                    </a:cubicBezTo>
                    <a:cubicBezTo>
                      <a:pt x="11631218" y="340368"/>
                      <a:pt x="11657295" y="341352"/>
                      <a:pt x="11681426" y="344335"/>
                    </a:cubicBezTo>
                    <a:cubicBezTo>
                      <a:pt x="11751997" y="352993"/>
                      <a:pt x="11821986" y="358760"/>
                      <a:pt x="11893565" y="355261"/>
                    </a:cubicBezTo>
                    <a:cubicBezTo>
                      <a:pt x="11921973" y="353889"/>
                      <a:pt x="11953288" y="360300"/>
                      <a:pt x="11983290" y="363588"/>
                    </a:cubicBezTo>
                    <a:lnTo>
                      <a:pt x="12192000" y="388018"/>
                    </a:lnTo>
                    <a:lnTo>
                      <a:pt x="12192000" y="577115"/>
                    </a:lnTo>
                    <a:lnTo>
                      <a:pt x="12157329" y="588862"/>
                    </a:lnTo>
                    <a:cubicBezTo>
                      <a:pt x="12118393" y="608572"/>
                      <a:pt x="12109715" y="605637"/>
                      <a:pt x="12066948" y="586034"/>
                    </a:cubicBezTo>
                    <a:cubicBezTo>
                      <a:pt x="12016991" y="563193"/>
                      <a:pt x="11965119" y="541779"/>
                      <a:pt x="11911344" y="521599"/>
                    </a:cubicBezTo>
                    <a:cubicBezTo>
                      <a:pt x="11894383" y="515178"/>
                      <a:pt x="11869417" y="514060"/>
                      <a:pt x="11847823" y="511785"/>
                    </a:cubicBezTo>
                    <a:cubicBezTo>
                      <a:pt x="11811233" y="507768"/>
                      <a:pt x="11773630" y="501982"/>
                      <a:pt x="11737547" y="502380"/>
                    </a:cubicBezTo>
                    <a:cubicBezTo>
                      <a:pt x="11702930" y="502855"/>
                      <a:pt x="11668388" y="508866"/>
                      <a:pt x="11636052" y="514993"/>
                    </a:cubicBezTo>
                    <a:cubicBezTo>
                      <a:pt x="11545722" y="532199"/>
                      <a:pt x="11462455" y="555118"/>
                      <a:pt x="11394706" y="590867"/>
                    </a:cubicBezTo>
                    <a:cubicBezTo>
                      <a:pt x="11385999" y="595562"/>
                      <a:pt x="11369016" y="596581"/>
                      <a:pt x="11354978" y="597561"/>
                    </a:cubicBezTo>
                    <a:cubicBezTo>
                      <a:pt x="11332076" y="599224"/>
                      <a:pt x="11308448" y="600655"/>
                      <a:pt x="11285306" y="599825"/>
                    </a:cubicBezTo>
                    <a:cubicBezTo>
                      <a:pt x="11172906" y="595841"/>
                      <a:pt x="11083430" y="617861"/>
                      <a:pt x="11008528" y="656670"/>
                    </a:cubicBezTo>
                    <a:cubicBezTo>
                      <a:pt x="10986971" y="667750"/>
                      <a:pt x="10970753" y="668236"/>
                      <a:pt x="10948735" y="652964"/>
                    </a:cubicBezTo>
                    <a:cubicBezTo>
                      <a:pt x="10923173" y="635218"/>
                      <a:pt x="10885031" y="639705"/>
                      <a:pt x="10850698" y="641721"/>
                    </a:cubicBezTo>
                    <a:cubicBezTo>
                      <a:pt x="10815269" y="643680"/>
                      <a:pt x="10779458" y="645811"/>
                      <a:pt x="10744026" y="647769"/>
                    </a:cubicBezTo>
                    <a:cubicBezTo>
                      <a:pt x="10717832" y="649066"/>
                      <a:pt x="10692021" y="650003"/>
                      <a:pt x="10666160" y="651891"/>
                    </a:cubicBezTo>
                    <a:cubicBezTo>
                      <a:pt x="10585627" y="657783"/>
                      <a:pt x="10513854" y="650969"/>
                      <a:pt x="10450521" y="616552"/>
                    </a:cubicBezTo>
                    <a:cubicBezTo>
                      <a:pt x="10402221" y="590175"/>
                      <a:pt x="10339099" y="579806"/>
                      <a:pt x="10271192" y="583498"/>
                    </a:cubicBezTo>
                    <a:cubicBezTo>
                      <a:pt x="10262701" y="584006"/>
                      <a:pt x="10251859" y="587254"/>
                      <a:pt x="10246067" y="585423"/>
                    </a:cubicBezTo>
                    <a:cubicBezTo>
                      <a:pt x="10158786" y="558528"/>
                      <a:pt x="10086634" y="594049"/>
                      <a:pt x="10005027" y="592252"/>
                    </a:cubicBezTo>
                    <a:cubicBezTo>
                      <a:pt x="9969004" y="591507"/>
                      <a:pt x="9931565" y="603664"/>
                      <a:pt x="9898681" y="613195"/>
                    </a:cubicBezTo>
                    <a:cubicBezTo>
                      <a:pt x="9853463" y="626281"/>
                      <a:pt x="9813049" y="639042"/>
                      <a:pt x="9753225" y="629038"/>
                    </a:cubicBezTo>
                    <a:cubicBezTo>
                      <a:pt x="9693404" y="618845"/>
                      <a:pt x="9637675" y="628898"/>
                      <a:pt x="9591376" y="648601"/>
                    </a:cubicBezTo>
                    <a:cubicBezTo>
                      <a:pt x="9556001" y="663537"/>
                      <a:pt x="9518120" y="663077"/>
                      <a:pt x="9472860" y="655936"/>
                    </a:cubicBezTo>
                    <a:cubicBezTo>
                      <a:pt x="9416283" y="647056"/>
                      <a:pt x="9357217" y="643578"/>
                      <a:pt x="9299788" y="636945"/>
                    </a:cubicBezTo>
                    <a:cubicBezTo>
                      <a:pt x="9287347" y="635531"/>
                      <a:pt x="9271710" y="632039"/>
                      <a:pt x="9264605" y="627087"/>
                    </a:cubicBezTo>
                    <a:cubicBezTo>
                      <a:pt x="9177661" y="565680"/>
                      <a:pt x="9051076" y="558473"/>
                      <a:pt x="8926435" y="549269"/>
                    </a:cubicBezTo>
                    <a:cubicBezTo>
                      <a:pt x="8850925" y="543595"/>
                      <a:pt x="8774954" y="539613"/>
                      <a:pt x="8698934" y="536583"/>
                    </a:cubicBezTo>
                    <a:cubicBezTo>
                      <a:pt x="8673232" y="535428"/>
                      <a:pt x="8645916" y="537050"/>
                      <a:pt x="8622862" y="541563"/>
                    </a:cubicBezTo>
                    <a:cubicBezTo>
                      <a:pt x="8574890" y="551069"/>
                      <a:pt x="8530403" y="564380"/>
                      <a:pt x="8482784" y="574094"/>
                    </a:cubicBezTo>
                    <a:cubicBezTo>
                      <a:pt x="8464923" y="577929"/>
                      <a:pt x="8442157" y="576927"/>
                      <a:pt x="8421565" y="576610"/>
                    </a:cubicBezTo>
                    <a:cubicBezTo>
                      <a:pt x="8385152" y="576229"/>
                      <a:pt x="8345023" y="569546"/>
                      <a:pt x="8313469" y="574762"/>
                    </a:cubicBezTo>
                    <a:cubicBezTo>
                      <a:pt x="8231431" y="588203"/>
                      <a:pt x="8155671" y="580227"/>
                      <a:pt x="8079520" y="558685"/>
                    </a:cubicBezTo>
                    <a:cubicBezTo>
                      <a:pt x="7972906" y="528487"/>
                      <a:pt x="7870782" y="525043"/>
                      <a:pt x="7773327" y="558854"/>
                    </a:cubicBezTo>
                    <a:cubicBezTo>
                      <a:pt x="7729470" y="574107"/>
                      <a:pt x="7688069" y="563543"/>
                      <a:pt x="7652477" y="547561"/>
                    </a:cubicBezTo>
                    <a:cubicBezTo>
                      <a:pt x="7611494" y="529005"/>
                      <a:pt x="7570974" y="522685"/>
                      <a:pt x="7522274" y="532150"/>
                    </a:cubicBezTo>
                    <a:cubicBezTo>
                      <a:pt x="7511488" y="534257"/>
                      <a:pt x="7496511" y="532136"/>
                      <a:pt x="7484080" y="530532"/>
                    </a:cubicBezTo>
                    <a:cubicBezTo>
                      <a:pt x="7413133" y="522044"/>
                      <a:pt x="7341987" y="510303"/>
                      <a:pt x="7282277" y="540177"/>
                    </a:cubicBezTo>
                    <a:cubicBezTo>
                      <a:pt x="7270558" y="546051"/>
                      <a:pt x="7251336" y="547713"/>
                      <a:pt x="7235690" y="551282"/>
                    </a:cubicBezTo>
                    <a:cubicBezTo>
                      <a:pt x="7170161" y="565782"/>
                      <a:pt x="7172820" y="564203"/>
                      <a:pt x="7116339" y="539494"/>
                    </a:cubicBezTo>
                    <a:cubicBezTo>
                      <a:pt x="7086841" y="526502"/>
                      <a:pt x="7045980" y="512724"/>
                      <a:pt x="7011067" y="511848"/>
                    </a:cubicBezTo>
                    <a:cubicBezTo>
                      <a:pt x="6800473" y="506533"/>
                      <a:pt x="6601893" y="468653"/>
                      <a:pt x="6403234" y="432296"/>
                    </a:cubicBezTo>
                    <a:cubicBezTo>
                      <a:pt x="6280760" y="409851"/>
                      <a:pt x="6160432" y="402592"/>
                      <a:pt x="6036273" y="412301"/>
                    </a:cubicBezTo>
                    <a:cubicBezTo>
                      <a:pt x="5946471" y="419425"/>
                      <a:pt x="5863077" y="395593"/>
                      <a:pt x="5780467" y="377910"/>
                    </a:cubicBezTo>
                    <a:cubicBezTo>
                      <a:pt x="5763357" y="374343"/>
                      <a:pt x="5747757" y="363033"/>
                      <a:pt x="5739051" y="353609"/>
                    </a:cubicBezTo>
                    <a:cubicBezTo>
                      <a:pt x="5707675" y="320294"/>
                      <a:pt x="5653252" y="312483"/>
                      <a:pt x="5583566" y="321995"/>
                    </a:cubicBezTo>
                    <a:cubicBezTo>
                      <a:pt x="5528347" y="329404"/>
                      <a:pt x="5477716" y="340486"/>
                      <a:pt x="5432030" y="362512"/>
                    </a:cubicBezTo>
                    <a:cubicBezTo>
                      <a:pt x="5378421" y="388318"/>
                      <a:pt x="5322767" y="418026"/>
                      <a:pt x="5241398" y="425781"/>
                    </a:cubicBezTo>
                    <a:cubicBezTo>
                      <a:pt x="5206262" y="429089"/>
                      <a:pt x="5176131" y="428273"/>
                      <a:pt x="5139710" y="421022"/>
                    </a:cubicBezTo>
                    <a:cubicBezTo>
                      <a:pt x="5069048" y="407018"/>
                      <a:pt x="4997864" y="396037"/>
                      <a:pt x="4929402" y="424310"/>
                    </a:cubicBezTo>
                    <a:cubicBezTo>
                      <a:pt x="4891785" y="439890"/>
                      <a:pt x="4841650" y="448519"/>
                      <a:pt x="4782793" y="441046"/>
                    </a:cubicBezTo>
                    <a:cubicBezTo>
                      <a:pt x="4709316" y="431663"/>
                      <a:pt x="4641426" y="442031"/>
                      <a:pt x="4577594" y="459290"/>
                    </a:cubicBezTo>
                    <a:cubicBezTo>
                      <a:pt x="4554816" y="465538"/>
                      <a:pt x="4527069" y="468279"/>
                      <a:pt x="4500826" y="470529"/>
                    </a:cubicBezTo>
                    <a:cubicBezTo>
                      <a:pt x="4440199" y="475746"/>
                      <a:pt x="4379252" y="479993"/>
                      <a:pt x="4317973" y="483649"/>
                    </a:cubicBezTo>
                    <a:cubicBezTo>
                      <a:pt x="4267762" y="486741"/>
                      <a:pt x="4217264" y="488292"/>
                      <a:pt x="4166722" y="490602"/>
                    </a:cubicBezTo>
                    <a:cubicBezTo>
                      <a:pt x="4111394" y="493045"/>
                      <a:pt x="4067073" y="503124"/>
                      <a:pt x="4042814" y="530660"/>
                    </a:cubicBezTo>
                    <a:cubicBezTo>
                      <a:pt x="4034996" y="539407"/>
                      <a:pt x="4017001" y="545715"/>
                      <a:pt x="4002653" y="552594"/>
                    </a:cubicBezTo>
                    <a:cubicBezTo>
                      <a:pt x="3992459" y="557592"/>
                      <a:pt x="3979023" y="561086"/>
                      <a:pt x="3969549" y="566312"/>
                    </a:cubicBezTo>
                    <a:cubicBezTo>
                      <a:pt x="3919896" y="593854"/>
                      <a:pt x="3870968" y="621622"/>
                      <a:pt x="3821685" y="649183"/>
                    </a:cubicBezTo>
                    <a:cubicBezTo>
                      <a:pt x="3816761" y="651788"/>
                      <a:pt x="3811445" y="654943"/>
                      <a:pt x="3805138" y="655947"/>
                    </a:cubicBezTo>
                    <a:cubicBezTo>
                      <a:pt x="3739817" y="666451"/>
                      <a:pt x="3673801" y="676154"/>
                      <a:pt x="3609177" y="687459"/>
                    </a:cubicBezTo>
                    <a:cubicBezTo>
                      <a:pt x="3584288" y="691878"/>
                      <a:pt x="3558597" y="697589"/>
                      <a:pt x="3539727" y="706521"/>
                    </a:cubicBezTo>
                    <a:cubicBezTo>
                      <a:pt x="3496714" y="726780"/>
                      <a:pt x="3457268" y="749132"/>
                      <a:pt x="3396572" y="755681"/>
                    </a:cubicBezTo>
                    <a:cubicBezTo>
                      <a:pt x="3378807" y="757611"/>
                      <a:pt x="3357809" y="758036"/>
                      <a:pt x="3341054" y="754679"/>
                    </a:cubicBezTo>
                    <a:cubicBezTo>
                      <a:pt x="3272962" y="740809"/>
                      <a:pt x="3206471" y="724541"/>
                      <a:pt x="3138775" y="710120"/>
                    </a:cubicBezTo>
                    <a:cubicBezTo>
                      <a:pt x="3095820" y="701191"/>
                      <a:pt x="3056969" y="691141"/>
                      <a:pt x="3037283" y="666453"/>
                    </a:cubicBezTo>
                    <a:cubicBezTo>
                      <a:pt x="3031764" y="659487"/>
                      <a:pt x="3015626" y="651391"/>
                      <a:pt x="3002117" y="649347"/>
                    </a:cubicBezTo>
                    <a:cubicBezTo>
                      <a:pt x="2915220" y="636209"/>
                      <a:pt x="2829194" y="627503"/>
                      <a:pt x="2747294" y="652400"/>
                    </a:cubicBezTo>
                    <a:cubicBezTo>
                      <a:pt x="2730084" y="657794"/>
                      <a:pt x="2698519" y="656140"/>
                      <a:pt x="2676273" y="652304"/>
                    </a:cubicBezTo>
                    <a:cubicBezTo>
                      <a:pt x="2590546" y="637890"/>
                      <a:pt x="2508883" y="630176"/>
                      <a:pt x="2432360" y="657836"/>
                    </a:cubicBezTo>
                    <a:cubicBezTo>
                      <a:pt x="2423352" y="661179"/>
                      <a:pt x="2395274" y="656272"/>
                      <a:pt x="2382311" y="650824"/>
                    </a:cubicBezTo>
                    <a:cubicBezTo>
                      <a:pt x="2257393" y="597728"/>
                      <a:pt x="2187724" y="592930"/>
                      <a:pt x="2055134" y="630053"/>
                    </a:cubicBezTo>
                    <a:cubicBezTo>
                      <a:pt x="2046542" y="632464"/>
                      <a:pt x="2035364" y="635121"/>
                      <a:pt x="2031829" y="639324"/>
                    </a:cubicBezTo>
                    <a:cubicBezTo>
                      <a:pt x="2007977" y="666120"/>
                      <a:pt x="1960229" y="664380"/>
                      <a:pt x="1912764" y="664183"/>
                    </a:cubicBezTo>
                    <a:cubicBezTo>
                      <a:pt x="1860521" y="663924"/>
                      <a:pt x="1808236" y="664426"/>
                      <a:pt x="1755637" y="663960"/>
                    </a:cubicBezTo>
                    <a:cubicBezTo>
                      <a:pt x="1746439" y="663859"/>
                      <a:pt x="1736243" y="661799"/>
                      <a:pt x="1727159" y="659605"/>
                    </a:cubicBezTo>
                    <a:cubicBezTo>
                      <a:pt x="1692256" y="651480"/>
                      <a:pt x="1658604" y="640559"/>
                      <a:pt x="1622470" y="634850"/>
                    </a:cubicBezTo>
                    <a:cubicBezTo>
                      <a:pt x="1544362" y="622552"/>
                      <a:pt x="1469248" y="602210"/>
                      <a:pt x="1385955" y="604522"/>
                    </a:cubicBezTo>
                    <a:cubicBezTo>
                      <a:pt x="1371585" y="604913"/>
                      <a:pt x="1355357" y="598530"/>
                      <a:pt x="1340055" y="595629"/>
                    </a:cubicBezTo>
                    <a:cubicBezTo>
                      <a:pt x="1312351" y="590552"/>
                      <a:pt x="1285460" y="583993"/>
                      <a:pt x="1257271" y="581180"/>
                    </a:cubicBezTo>
                    <a:cubicBezTo>
                      <a:pt x="1182583" y="573830"/>
                      <a:pt x="1107142" y="566824"/>
                      <a:pt x="1031914" y="562692"/>
                    </a:cubicBezTo>
                    <a:cubicBezTo>
                      <a:pt x="995593" y="560597"/>
                      <a:pt x="958880" y="565923"/>
                      <a:pt x="922031" y="566853"/>
                    </a:cubicBezTo>
                    <a:cubicBezTo>
                      <a:pt x="905446" y="567320"/>
                      <a:pt x="878533" y="568199"/>
                      <a:pt x="873250" y="563724"/>
                    </a:cubicBezTo>
                    <a:cubicBezTo>
                      <a:pt x="832343" y="529722"/>
                      <a:pt x="772202" y="532674"/>
                      <a:pt x="711627" y="529880"/>
                    </a:cubicBezTo>
                    <a:cubicBezTo>
                      <a:pt x="577999" y="523641"/>
                      <a:pt x="447408" y="543696"/>
                      <a:pt x="311112" y="525106"/>
                    </a:cubicBezTo>
                    <a:cubicBezTo>
                      <a:pt x="271645" y="519795"/>
                      <a:pt x="226936" y="530235"/>
                      <a:pt x="184145" y="532188"/>
                    </a:cubicBezTo>
                    <a:cubicBezTo>
                      <a:pt x="162015" y="533128"/>
                      <a:pt x="137665" y="534333"/>
                      <a:pt x="116886" y="530572"/>
                    </a:cubicBezTo>
                    <a:cubicBezTo>
                      <a:pt x="84810" y="524693"/>
                      <a:pt x="54011" y="515448"/>
                      <a:pt x="23941" y="506433"/>
                    </a:cubicBezTo>
                    <a:lnTo>
                      <a:pt x="0" y="502149"/>
                    </a:lnTo>
                    <a:close/>
                  </a:path>
                </a:pathLst>
              </a:custGeom>
              <a:blipFill>
                <a:blip r:embed="rId2">
                  <a:alphaModFix amt="57000"/>
                </a:blip>
                <a:tile tx="0" ty="0" sx="100000" sy="100000" flip="none" algn="tl"/>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sp>
        <p:nvSpPr>
          <p:cNvPr id="6" name="TextBox 5">
            <a:extLst>
              <a:ext uri="{FF2B5EF4-FFF2-40B4-BE49-F238E27FC236}">
                <a16:creationId xmlns:a16="http://schemas.microsoft.com/office/drawing/2014/main" id="{50DC5D9E-39B2-AB9B-3BCD-5D86D1553DD9}"/>
              </a:ext>
            </a:extLst>
          </p:cNvPr>
          <p:cNvSpPr txBox="1"/>
          <p:nvPr/>
        </p:nvSpPr>
        <p:spPr>
          <a:xfrm>
            <a:off x="170428" y="606728"/>
            <a:ext cx="1335541" cy="845744"/>
          </a:xfrm>
          <a:prstGeom prst="rect">
            <a:avLst/>
          </a:prstGeom>
          <a:noFill/>
        </p:spPr>
        <p:txBody>
          <a:bodyPr wrap="square" lIns="108000" rIns="108000" rtlCol="0">
            <a:spAutoFit/>
          </a:bodyPr>
          <a:lstStyle/>
          <a:p>
            <a:pPr algn="r" defTabSz="621792">
              <a:spcAft>
                <a:spcPts val="600"/>
              </a:spcAft>
            </a:pPr>
            <a:r>
              <a:rPr lang="en-US" altLang="ko-KR" sz="4896" b="1" dirty="0">
                <a:solidFill>
                  <a:srgbClr val="005992"/>
                </a:solidFill>
                <a:cs typeface="Arial" pitchFamily="34" charset="0"/>
              </a:rPr>
              <a:t>04</a:t>
            </a:r>
            <a:endParaRPr lang="ko-KR" altLang="en-US" sz="7200" b="1" dirty="0">
              <a:solidFill>
                <a:schemeClr val="accent1">
                  <a:alpha val="40000"/>
                </a:schemeClr>
              </a:solidFill>
              <a:cs typeface="Arial" pitchFamily="34" charset="0"/>
            </a:endParaRPr>
          </a:p>
        </p:txBody>
      </p:sp>
      <p:sp>
        <p:nvSpPr>
          <p:cNvPr id="2" name="TextBox 1">
            <a:extLst>
              <a:ext uri="{FF2B5EF4-FFF2-40B4-BE49-F238E27FC236}">
                <a16:creationId xmlns:a16="http://schemas.microsoft.com/office/drawing/2014/main" id="{BC3D1168-B701-3D46-472A-1C002CB91A43}"/>
              </a:ext>
            </a:extLst>
          </p:cNvPr>
          <p:cNvSpPr txBox="1"/>
          <p:nvPr/>
        </p:nvSpPr>
        <p:spPr>
          <a:xfrm>
            <a:off x="485275" y="1335359"/>
            <a:ext cx="3647840" cy="1384995"/>
          </a:xfrm>
          <a:prstGeom prst="rect">
            <a:avLst/>
          </a:prstGeom>
          <a:noFill/>
        </p:spPr>
        <p:txBody>
          <a:bodyPr wrap="square" rtlCol="0" anchor="ctr">
            <a:spAutoFit/>
          </a:bodyPr>
          <a:lstStyle/>
          <a:p>
            <a:pPr marL="171459" indent="-171459">
              <a:buFont typeface="Wingdings" panose="05000000000000000000" pitchFamily="2" charset="2"/>
              <a:buChar char="Ø"/>
            </a:pPr>
            <a:r>
              <a:rPr lang="en-US" altLang="ko-KR" sz="1200" dirty="0">
                <a:solidFill>
                  <a:schemeClr val="bg1"/>
                </a:solidFill>
                <a:cs typeface="Arial" pitchFamily="34" charset="0"/>
              </a:rPr>
              <a:t> </a:t>
            </a:r>
            <a:r>
              <a:rPr lang="en-US" sz="1200" dirty="0">
                <a:solidFill>
                  <a:schemeClr val="bg1"/>
                </a:solidFill>
                <a:latin typeface="Arial"/>
              </a:rPr>
              <a:t>Identify Connected Devices</a:t>
            </a:r>
          </a:p>
          <a:p>
            <a:pPr marL="171459" indent="-171459">
              <a:buFont typeface="Wingdings" panose="05000000000000000000" pitchFamily="2" charset="2"/>
              <a:buChar char="Ø"/>
            </a:pPr>
            <a:r>
              <a:rPr lang="en-US" sz="1200" dirty="0">
                <a:solidFill>
                  <a:schemeClr val="bg1"/>
                </a:solidFill>
                <a:latin typeface="Arial"/>
              </a:rPr>
              <a:t>Ensure that your mobile hotspot is active and connected to multiple devices, including your PC. Open the Linux Root Terminal and type the command '</a:t>
            </a:r>
            <a:r>
              <a:rPr lang="en-US" sz="1200" dirty="0" err="1">
                <a:solidFill>
                  <a:schemeClr val="bg1"/>
                </a:solidFill>
                <a:latin typeface="Arial"/>
              </a:rPr>
              <a:t>ip</a:t>
            </a:r>
            <a:r>
              <a:rPr lang="en-US" sz="1200" dirty="0">
                <a:solidFill>
                  <a:schemeClr val="bg1"/>
                </a:solidFill>
                <a:latin typeface="Arial"/>
              </a:rPr>
              <a:t> a'. This command will show the IP address of your PC that is connected to the hotspot.</a:t>
            </a:r>
          </a:p>
        </p:txBody>
      </p:sp>
      <p:pic>
        <p:nvPicPr>
          <p:cNvPr id="3" name="Picture 2">
            <a:extLst>
              <a:ext uri="{FF2B5EF4-FFF2-40B4-BE49-F238E27FC236}">
                <a16:creationId xmlns:a16="http://schemas.microsoft.com/office/drawing/2014/main" id="{8D05A47E-BBC2-FC6A-9870-C4741DFBD911}"/>
              </a:ext>
            </a:extLst>
          </p:cNvPr>
          <p:cNvPicPr>
            <a:picLocks noChangeAspect="1"/>
          </p:cNvPicPr>
          <p:nvPr/>
        </p:nvPicPr>
        <p:blipFill>
          <a:blip r:embed="rId3" cstate="print">
            <a:extLst>
              <a:ext uri="{28A0092B-C50C-407E-A947-70E740481C1C}">
                <a14:useLocalDpi xmlns:a14="http://schemas.microsoft.com/office/drawing/2010/main" val="0"/>
              </a:ext>
            </a:extLst>
          </a:blip>
          <a:srcRect b="31236"/>
          <a:stretch/>
        </p:blipFill>
        <p:spPr>
          <a:xfrm>
            <a:off x="4077631" y="106827"/>
            <a:ext cx="8114370" cy="3280325"/>
          </a:xfrm>
          <a:prstGeom prst="rect">
            <a:avLst/>
          </a:prstGeom>
        </p:spPr>
      </p:pic>
    </p:spTree>
    <p:extLst>
      <p:ext uri="{BB962C8B-B14F-4D97-AF65-F5344CB8AC3E}">
        <p14:creationId xmlns:p14="http://schemas.microsoft.com/office/powerpoint/2010/main" val="40585512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DDEBB5D-6918-0B7B-9A87-AA0D031A22E9}"/>
            </a:ext>
          </a:extLst>
        </p:cNvPr>
        <p:cNvGrpSpPr/>
        <p:nvPr/>
      </p:nvGrpSpPr>
      <p:grpSpPr>
        <a:xfrm>
          <a:off x="0" y="0"/>
          <a:ext cx="0" cy="0"/>
          <a:chOff x="0" y="0"/>
          <a:chExt cx="0" cy="0"/>
        </a:xfrm>
      </p:grpSpPr>
      <p:sp>
        <p:nvSpPr>
          <p:cNvPr id="24" name="Rectangle 23">
            <a:extLst>
              <a:ext uri="{FF2B5EF4-FFF2-40B4-BE49-F238E27FC236}">
                <a16:creationId xmlns:a16="http://schemas.microsoft.com/office/drawing/2014/main" id="{FB5B0058-AF13-4859-B429-4EDDE2A26F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26" name="Straight Connector 25">
            <a:extLst>
              <a:ext uri="{FF2B5EF4-FFF2-40B4-BE49-F238E27FC236}">
                <a16:creationId xmlns:a16="http://schemas.microsoft.com/office/drawing/2014/main" id="{07A9243D-8FC3-4B36-874B-55906B03F48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700838" y="3209925"/>
            <a:ext cx="5364957"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81BD432D-FAB3-4B5D-BF27-4DA7C75B32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DAC3D354-26F1-0A91-8F15-CC4385DED53D}"/>
              </a:ext>
            </a:extLst>
          </p:cNvPr>
          <p:cNvGrpSpPr/>
          <p:nvPr/>
        </p:nvGrpSpPr>
        <p:grpSpPr>
          <a:xfrm>
            <a:off x="5973112" y="512320"/>
            <a:ext cx="6060948" cy="1867214"/>
            <a:chOff x="662784" y="1100135"/>
            <a:chExt cx="4921226" cy="1516096"/>
          </a:xfrm>
        </p:grpSpPr>
        <p:sp>
          <p:nvSpPr>
            <p:cNvPr id="6" name="TextBox 5">
              <a:extLst>
                <a:ext uri="{FF2B5EF4-FFF2-40B4-BE49-F238E27FC236}">
                  <a16:creationId xmlns:a16="http://schemas.microsoft.com/office/drawing/2014/main" id="{AF10AAAF-45E8-3922-F035-D736AFB28044}"/>
                </a:ext>
              </a:extLst>
            </p:cNvPr>
            <p:cNvSpPr txBox="1"/>
            <p:nvPr/>
          </p:nvSpPr>
          <p:spPr>
            <a:xfrm>
              <a:off x="662784" y="1100135"/>
              <a:ext cx="1292103" cy="1200329"/>
            </a:xfrm>
            <a:prstGeom prst="rect">
              <a:avLst/>
            </a:prstGeom>
            <a:noFill/>
          </p:spPr>
          <p:txBody>
            <a:bodyPr wrap="square" lIns="108000" rIns="108000" rtlCol="0">
              <a:spAutoFit/>
            </a:bodyPr>
            <a:lstStyle/>
            <a:p>
              <a:pPr algn="r" defTabSz="1124712">
                <a:spcAft>
                  <a:spcPts val="600"/>
                </a:spcAft>
              </a:pPr>
              <a:r>
                <a:rPr lang="en-US" altLang="ko-KR" sz="8856" b="1" kern="1200" dirty="0">
                  <a:solidFill>
                    <a:schemeClr val="accent1">
                      <a:alpha val="40000"/>
                    </a:schemeClr>
                  </a:solidFill>
                  <a:latin typeface="+mn-lt"/>
                  <a:ea typeface="+mn-ea"/>
                  <a:cs typeface="Arial" pitchFamily="34" charset="0"/>
                </a:rPr>
                <a:t>06</a:t>
              </a:r>
              <a:endParaRPr lang="ko-KR" altLang="en-US" sz="7200" b="1" dirty="0">
                <a:solidFill>
                  <a:schemeClr val="accent1">
                    <a:alpha val="40000"/>
                  </a:schemeClr>
                </a:solidFill>
                <a:cs typeface="Arial" pitchFamily="34" charset="0"/>
              </a:endParaRPr>
            </a:p>
          </p:txBody>
        </p:sp>
        <p:sp>
          <p:nvSpPr>
            <p:cNvPr id="9" name="TextBox 8">
              <a:extLst>
                <a:ext uri="{FF2B5EF4-FFF2-40B4-BE49-F238E27FC236}">
                  <a16:creationId xmlns:a16="http://schemas.microsoft.com/office/drawing/2014/main" id="{1421FE16-CC3A-E7FD-97B5-5F9427C96C1E}"/>
                </a:ext>
              </a:extLst>
            </p:cNvPr>
            <p:cNvSpPr txBox="1"/>
            <p:nvPr/>
          </p:nvSpPr>
          <p:spPr>
            <a:xfrm>
              <a:off x="1936170" y="1358395"/>
              <a:ext cx="3647840" cy="1257836"/>
            </a:xfrm>
            <a:prstGeom prst="rect">
              <a:avLst/>
            </a:prstGeom>
            <a:noFill/>
          </p:spPr>
          <p:txBody>
            <a:bodyPr wrap="square" rtlCol="0" anchor="ctr">
              <a:spAutoFit/>
            </a:bodyPr>
            <a:lstStyle/>
            <a:p>
              <a:pPr marL="210895" indent="-210895" defTabSz="1124712">
                <a:spcAft>
                  <a:spcPts val="600"/>
                </a:spcAft>
                <a:buFont typeface="Wingdings" panose="05000000000000000000" pitchFamily="2" charset="2"/>
                <a:buChar char="Ø"/>
              </a:pPr>
              <a:r>
                <a:rPr lang="en-US" altLang="ko-KR" sz="1100" kern="1200" dirty="0">
                  <a:solidFill>
                    <a:schemeClr val="bg1"/>
                  </a:solidFill>
                  <a:latin typeface="+mn-lt"/>
                  <a:ea typeface="+mn-ea"/>
                  <a:cs typeface="Arial" pitchFamily="34" charset="0"/>
                </a:rPr>
                <a:t> </a:t>
              </a:r>
              <a:r>
                <a:rPr lang="en-US" sz="1100" dirty="0">
                  <a:solidFill>
                    <a:schemeClr val="bg1"/>
                  </a:solidFill>
                  <a:latin typeface="Arial"/>
                </a:rPr>
                <a:t>Set Up Ettercap Targets:</a:t>
              </a:r>
            </a:p>
            <a:p>
              <a:pPr indent="0" algn="just">
                <a:lnSpc>
                  <a:spcPts val="1584"/>
                </a:lnSpc>
              </a:pPr>
              <a:r>
                <a:rPr lang="en-US" sz="1100" dirty="0">
                  <a:solidFill>
                    <a:schemeClr val="bg1"/>
                  </a:solidFill>
                  <a:latin typeface="Arial"/>
                </a:rPr>
                <a:t>Go back to the open Ettercap tool. Once the Host List is visible:</a:t>
              </a:r>
            </a:p>
            <a:p>
              <a:pPr indent="0" algn="just">
                <a:lnSpc>
                  <a:spcPts val="1584"/>
                </a:lnSpc>
              </a:pPr>
              <a:r>
                <a:rPr lang="en-US" sz="1100" dirty="0">
                  <a:solidFill>
                    <a:schemeClr val="bg1"/>
                  </a:solidFill>
                  <a:latin typeface="Arial"/>
                </a:rPr>
                <a:t>-    Under Target 1, select </a:t>
              </a:r>
              <a:r>
                <a:rPr lang="en-US" sz="1200" dirty="0">
                  <a:solidFill>
                    <a:schemeClr val="bg1"/>
                  </a:solidFill>
                  <a:latin typeface="Arial"/>
                </a:rPr>
                <a:t>the IP address of the device you want to attack.</a:t>
              </a:r>
            </a:p>
            <a:p>
              <a:pPr indent="0" algn="just">
                <a:lnSpc>
                  <a:spcPts val="1584"/>
                </a:lnSpc>
              </a:pPr>
              <a:r>
                <a:rPr lang="en-US" sz="1200" dirty="0">
                  <a:solidFill>
                    <a:schemeClr val="bg1"/>
                  </a:solidFill>
                  <a:latin typeface="Arial"/>
                </a:rPr>
                <a:t>-    Under Target 2, select your Linux PC’s IP address (found using the '</a:t>
              </a:r>
              <a:r>
                <a:rPr lang="en-US" sz="1200" dirty="0" err="1">
                  <a:solidFill>
                    <a:schemeClr val="bg1"/>
                  </a:solidFill>
                  <a:latin typeface="Arial"/>
                </a:rPr>
                <a:t>ifconfig</a:t>
              </a:r>
              <a:r>
                <a:rPr lang="en-US" sz="1200" dirty="0">
                  <a:solidFill>
                    <a:schemeClr val="bg1"/>
                  </a:solidFill>
                  <a:latin typeface="Arial"/>
                </a:rPr>
                <a:t>' command in the Root Terminal.</a:t>
              </a:r>
            </a:p>
            <a:p>
              <a:pPr marL="210895" indent="-210895" defTabSz="1124712">
                <a:spcAft>
                  <a:spcPts val="600"/>
                </a:spcAft>
                <a:buFont typeface="Wingdings" panose="05000000000000000000" pitchFamily="2" charset="2"/>
                <a:buChar char="Ø"/>
              </a:pPr>
              <a:endParaRPr lang="en-US" altLang="ko-KR" sz="1200" dirty="0">
                <a:solidFill>
                  <a:schemeClr val="bg1"/>
                </a:solidFill>
                <a:cs typeface="Arial" pitchFamily="34" charset="0"/>
              </a:endParaRPr>
            </a:p>
          </p:txBody>
        </p:sp>
      </p:grpSp>
      <p:sp>
        <p:nvSpPr>
          <p:cNvPr id="19" name="TextBox 18">
            <a:extLst>
              <a:ext uri="{FF2B5EF4-FFF2-40B4-BE49-F238E27FC236}">
                <a16:creationId xmlns:a16="http://schemas.microsoft.com/office/drawing/2014/main" id="{7568BA89-0DE9-AB4D-66A7-62DD0D3794EA}"/>
              </a:ext>
            </a:extLst>
          </p:cNvPr>
          <p:cNvSpPr txBox="1"/>
          <p:nvPr/>
        </p:nvSpPr>
        <p:spPr>
          <a:xfrm>
            <a:off x="1621374" y="868172"/>
            <a:ext cx="4671850" cy="723275"/>
          </a:xfrm>
          <a:prstGeom prst="rect">
            <a:avLst/>
          </a:prstGeom>
          <a:noFill/>
        </p:spPr>
        <p:txBody>
          <a:bodyPr wrap="square" rtlCol="0" anchor="ctr">
            <a:spAutoFit/>
          </a:bodyPr>
          <a:lstStyle/>
          <a:p>
            <a:pPr marL="219468" indent="-219468" defTabSz="1170432">
              <a:spcAft>
                <a:spcPts val="600"/>
              </a:spcAft>
              <a:buFont typeface="Wingdings" panose="05000000000000000000" pitchFamily="2" charset="2"/>
              <a:buChar char="Ø"/>
            </a:pPr>
            <a:r>
              <a:rPr lang="en-US" altLang="ko-KR" sz="1200" kern="1200" dirty="0">
                <a:solidFill>
                  <a:schemeClr val="bg1"/>
                </a:solidFill>
                <a:latin typeface="+mn-lt"/>
                <a:ea typeface="+mn-ea"/>
                <a:cs typeface="Arial" pitchFamily="34" charset="0"/>
              </a:rPr>
              <a:t> </a:t>
            </a:r>
            <a:r>
              <a:rPr lang="en-US" sz="1200" dirty="0">
                <a:solidFill>
                  <a:schemeClr val="bg1"/>
                </a:solidFill>
                <a:latin typeface="Arial"/>
              </a:rPr>
              <a:t>Check Hotspot Settings</a:t>
            </a:r>
          </a:p>
          <a:p>
            <a:pPr marL="219468" indent="-219468" defTabSz="1170432">
              <a:spcAft>
                <a:spcPts val="600"/>
              </a:spcAft>
              <a:buFont typeface="Wingdings" panose="05000000000000000000" pitchFamily="2" charset="2"/>
              <a:buChar char="Ø"/>
            </a:pPr>
            <a:r>
              <a:rPr lang="en-US" sz="1200" dirty="0">
                <a:solidFill>
                  <a:schemeClr val="bg1"/>
                </a:solidFill>
                <a:latin typeface="Arial"/>
              </a:rPr>
              <a:t>In your mobile hotspot settings, confirm the devices connected to the network</a:t>
            </a:r>
            <a:r>
              <a:rPr lang="en-US" sz="1200" kern="1200" dirty="0">
                <a:solidFill>
                  <a:schemeClr val="bg1"/>
                </a:solidFill>
                <a:latin typeface="Arial"/>
                <a:ea typeface="+mn-ea"/>
                <a:cs typeface="+mn-cs"/>
              </a:rPr>
              <a:t>.</a:t>
            </a:r>
            <a:endParaRPr lang="en-US" sz="1200" dirty="0">
              <a:solidFill>
                <a:schemeClr val="bg1"/>
              </a:solidFill>
              <a:latin typeface="Arial"/>
            </a:endParaRPr>
          </a:p>
        </p:txBody>
      </p:sp>
      <p:sp>
        <p:nvSpPr>
          <p:cNvPr id="2" name="TextBox 1">
            <a:extLst>
              <a:ext uri="{FF2B5EF4-FFF2-40B4-BE49-F238E27FC236}">
                <a16:creationId xmlns:a16="http://schemas.microsoft.com/office/drawing/2014/main" id="{AED1E34D-A627-F08D-317B-EC46A1716449}"/>
              </a:ext>
            </a:extLst>
          </p:cNvPr>
          <p:cNvSpPr txBox="1"/>
          <p:nvPr/>
        </p:nvSpPr>
        <p:spPr>
          <a:xfrm>
            <a:off x="157941" y="490650"/>
            <a:ext cx="1591345" cy="1478317"/>
          </a:xfrm>
          <a:prstGeom prst="rect">
            <a:avLst/>
          </a:prstGeom>
          <a:noFill/>
        </p:spPr>
        <p:txBody>
          <a:bodyPr wrap="square" lIns="108000" rIns="108000" rtlCol="0">
            <a:spAutoFit/>
          </a:bodyPr>
          <a:lstStyle/>
          <a:p>
            <a:pPr algn="r" defTabSz="1124712">
              <a:spcAft>
                <a:spcPts val="600"/>
              </a:spcAft>
            </a:pPr>
            <a:r>
              <a:rPr lang="en-US" altLang="ko-KR" sz="8856" b="1" kern="1200" dirty="0">
                <a:solidFill>
                  <a:schemeClr val="accent1">
                    <a:alpha val="40000"/>
                  </a:schemeClr>
                </a:solidFill>
                <a:latin typeface="+mn-lt"/>
                <a:ea typeface="+mn-ea"/>
                <a:cs typeface="Arial" pitchFamily="34" charset="0"/>
              </a:rPr>
              <a:t>0</a:t>
            </a:r>
            <a:r>
              <a:rPr lang="en-US" altLang="ko-KR" sz="8856" b="1" dirty="0">
                <a:solidFill>
                  <a:schemeClr val="accent1">
                    <a:alpha val="40000"/>
                  </a:schemeClr>
                </a:solidFill>
                <a:cs typeface="Arial" pitchFamily="34" charset="0"/>
              </a:rPr>
              <a:t>5</a:t>
            </a:r>
            <a:endParaRPr lang="ko-KR" altLang="en-US" sz="7200" b="1" dirty="0">
              <a:solidFill>
                <a:schemeClr val="accent1">
                  <a:alpha val="40000"/>
                </a:schemeClr>
              </a:solidFill>
              <a:cs typeface="Arial" pitchFamily="34" charset="0"/>
            </a:endParaRPr>
          </a:p>
        </p:txBody>
      </p:sp>
      <p:pic>
        <p:nvPicPr>
          <p:cNvPr id="3" name="Picture 2">
            <a:extLst>
              <a:ext uri="{FF2B5EF4-FFF2-40B4-BE49-F238E27FC236}">
                <a16:creationId xmlns:a16="http://schemas.microsoft.com/office/drawing/2014/main" id="{960DE9FD-471B-4E2B-9EA0-ABB52F474098}"/>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11745" y="2372080"/>
            <a:ext cx="7716339" cy="4339266"/>
          </a:xfrm>
          <a:prstGeom prst="rect">
            <a:avLst/>
          </a:prstGeom>
          <a:noFill/>
          <a:ln>
            <a:noFill/>
          </a:ln>
        </p:spPr>
      </p:pic>
      <p:sp>
        <p:nvSpPr>
          <p:cNvPr id="12" name="Arrow: Right 11">
            <a:extLst>
              <a:ext uri="{FF2B5EF4-FFF2-40B4-BE49-F238E27FC236}">
                <a16:creationId xmlns:a16="http://schemas.microsoft.com/office/drawing/2014/main" id="{F8C0D434-8422-E989-E5FF-C572C7DA952A}"/>
              </a:ext>
            </a:extLst>
          </p:cNvPr>
          <p:cNvSpPr/>
          <p:nvPr/>
        </p:nvSpPr>
        <p:spPr>
          <a:xfrm>
            <a:off x="1074558" y="3730171"/>
            <a:ext cx="2830286" cy="115886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738325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F87A29-AA55-8750-DE29-0866ADF88042}"/>
            </a:ext>
          </a:extLst>
        </p:cNvPr>
        <p:cNvGrpSpPr/>
        <p:nvPr/>
      </p:nvGrpSpPr>
      <p:grpSpPr>
        <a:xfrm>
          <a:off x="0" y="0"/>
          <a:ext cx="0" cy="0"/>
          <a:chOff x="0" y="0"/>
          <a:chExt cx="0" cy="0"/>
        </a:xfrm>
      </p:grpSpPr>
      <p:grpSp>
        <p:nvGrpSpPr>
          <p:cNvPr id="5" name="Group 4">
            <a:extLst>
              <a:ext uri="{FF2B5EF4-FFF2-40B4-BE49-F238E27FC236}">
                <a16:creationId xmlns:a16="http://schemas.microsoft.com/office/drawing/2014/main" id="{8F743D47-62B1-A40E-5132-C181708823B1}"/>
              </a:ext>
            </a:extLst>
          </p:cNvPr>
          <p:cNvGrpSpPr/>
          <p:nvPr/>
        </p:nvGrpSpPr>
        <p:grpSpPr>
          <a:xfrm>
            <a:off x="275772" y="426760"/>
            <a:ext cx="4939943" cy="1200329"/>
            <a:chOff x="-5064090" y="182920"/>
            <a:chExt cx="4939943" cy="1200329"/>
          </a:xfrm>
        </p:grpSpPr>
        <p:sp>
          <p:nvSpPr>
            <p:cNvPr id="6" name="TextBox 5">
              <a:extLst>
                <a:ext uri="{FF2B5EF4-FFF2-40B4-BE49-F238E27FC236}">
                  <a16:creationId xmlns:a16="http://schemas.microsoft.com/office/drawing/2014/main" id="{D30073A4-D50D-6622-E8ED-2B876FF12F76}"/>
                </a:ext>
              </a:extLst>
            </p:cNvPr>
            <p:cNvSpPr txBox="1"/>
            <p:nvPr/>
          </p:nvSpPr>
          <p:spPr>
            <a:xfrm>
              <a:off x="-5064090" y="182920"/>
              <a:ext cx="1292103" cy="1200329"/>
            </a:xfrm>
            <a:prstGeom prst="rect">
              <a:avLst/>
            </a:prstGeom>
            <a:noFill/>
          </p:spPr>
          <p:txBody>
            <a:bodyPr wrap="square" lIns="108000" rIns="108000" rtlCol="0">
              <a:spAutoFit/>
            </a:bodyPr>
            <a:lstStyle/>
            <a:p>
              <a:pPr algn="r"/>
              <a:r>
                <a:rPr lang="en-US" altLang="ko-KR" sz="7200" b="1" dirty="0">
                  <a:solidFill>
                    <a:schemeClr val="accent1">
                      <a:alpha val="40000"/>
                    </a:schemeClr>
                  </a:solidFill>
                  <a:cs typeface="Arial" pitchFamily="34" charset="0"/>
                </a:rPr>
                <a:t>07</a:t>
              </a:r>
              <a:endParaRPr lang="ko-KR" altLang="en-US" sz="7200" b="1" dirty="0">
                <a:solidFill>
                  <a:schemeClr val="accent1">
                    <a:alpha val="40000"/>
                  </a:schemeClr>
                </a:solidFill>
                <a:cs typeface="Arial" pitchFamily="34" charset="0"/>
              </a:endParaRPr>
            </a:p>
          </p:txBody>
        </p:sp>
        <p:sp>
          <p:nvSpPr>
            <p:cNvPr id="9" name="TextBox 8">
              <a:extLst>
                <a:ext uri="{FF2B5EF4-FFF2-40B4-BE49-F238E27FC236}">
                  <a16:creationId xmlns:a16="http://schemas.microsoft.com/office/drawing/2014/main" id="{39C509FC-3D46-5823-5353-1A6AEB9AA184}"/>
                </a:ext>
              </a:extLst>
            </p:cNvPr>
            <p:cNvSpPr txBox="1"/>
            <p:nvPr/>
          </p:nvSpPr>
          <p:spPr>
            <a:xfrm>
              <a:off x="-3771987" y="367585"/>
              <a:ext cx="3647840" cy="830997"/>
            </a:xfrm>
            <a:prstGeom prst="rect">
              <a:avLst/>
            </a:prstGeom>
            <a:noFill/>
          </p:spPr>
          <p:txBody>
            <a:bodyPr wrap="square" rtlCol="0" anchor="ctr">
              <a:spAutoFit/>
            </a:bodyPr>
            <a:lstStyle/>
            <a:p>
              <a:pPr marL="171459" indent="-171459">
                <a:buFont typeface="Wingdings" panose="05000000000000000000" pitchFamily="2" charset="2"/>
                <a:buChar char="Ø"/>
              </a:pPr>
              <a:r>
                <a:rPr lang="en-US" altLang="ko-KR" sz="1200" dirty="0">
                  <a:solidFill>
                    <a:schemeClr val="bg1"/>
                  </a:solidFill>
                  <a:cs typeface="Arial" pitchFamily="34" charset="0"/>
                </a:rPr>
                <a:t> </a:t>
              </a:r>
              <a:r>
                <a:rPr lang="en-US" sz="1200" dirty="0">
                  <a:solidFill>
                    <a:schemeClr val="bg1"/>
                  </a:solidFill>
                  <a:latin typeface="Arial"/>
                </a:rPr>
                <a:t>Launch ARP Poisoning:</a:t>
              </a:r>
            </a:p>
            <a:p>
              <a:pPr marL="171459" indent="-171459">
                <a:buFont typeface="Wingdings" panose="05000000000000000000" pitchFamily="2" charset="2"/>
                <a:buChar char="Ø"/>
              </a:pPr>
              <a:r>
                <a:rPr lang="en-US" sz="1200" dirty="0">
                  <a:solidFill>
                    <a:schemeClr val="bg1"/>
                  </a:solidFill>
                  <a:latin typeface="Arial"/>
                </a:rPr>
                <a:t> Click the Globe icon in Ettercap. Choose ARP Poisoning (this is the primary method for MITM attacks).</a:t>
              </a:r>
            </a:p>
          </p:txBody>
        </p:sp>
      </p:grpSp>
      <p:pic>
        <p:nvPicPr>
          <p:cNvPr id="2" name="Picture 1">
            <a:extLst>
              <a:ext uri="{FF2B5EF4-FFF2-40B4-BE49-F238E27FC236}">
                <a16:creationId xmlns:a16="http://schemas.microsoft.com/office/drawing/2014/main" id="{DBA09B24-CFD5-2B90-5204-1C7AEA1C73D5}"/>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01564" y="0"/>
            <a:ext cx="6116380" cy="3439570"/>
          </a:xfrm>
          <a:prstGeom prst="rect">
            <a:avLst/>
          </a:prstGeom>
          <a:noFill/>
          <a:ln>
            <a:noFill/>
          </a:ln>
        </p:spPr>
      </p:pic>
      <p:pic>
        <p:nvPicPr>
          <p:cNvPr id="3" name="Picture 2">
            <a:extLst>
              <a:ext uri="{FF2B5EF4-FFF2-40B4-BE49-F238E27FC236}">
                <a16:creationId xmlns:a16="http://schemas.microsoft.com/office/drawing/2014/main" id="{6ED556F7-FFCD-3C1C-1B8B-5F31AC08D251}"/>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96000" y="3439570"/>
            <a:ext cx="6096000" cy="3427756"/>
          </a:xfrm>
          <a:prstGeom prst="rect">
            <a:avLst/>
          </a:prstGeom>
          <a:noFill/>
          <a:ln>
            <a:noFill/>
          </a:ln>
        </p:spPr>
      </p:pic>
      <p:sp>
        <p:nvSpPr>
          <p:cNvPr id="17" name="Arrow: Bent 16">
            <a:extLst>
              <a:ext uri="{FF2B5EF4-FFF2-40B4-BE49-F238E27FC236}">
                <a16:creationId xmlns:a16="http://schemas.microsoft.com/office/drawing/2014/main" id="{3A1ACEA0-4C9E-4313-C2FF-34C2EF14B8F7}"/>
              </a:ext>
            </a:extLst>
          </p:cNvPr>
          <p:cNvSpPr/>
          <p:nvPr/>
        </p:nvSpPr>
        <p:spPr>
          <a:xfrm rot="5400000">
            <a:off x="10549455" y="2044085"/>
            <a:ext cx="1731703" cy="682527"/>
          </a:xfrm>
          <a:prstGeom prst="bentArrow">
            <a:avLst>
              <a:gd name="adj1" fmla="val 25000"/>
              <a:gd name="adj2" fmla="val 25807"/>
              <a:gd name="adj3" fmla="val 25000"/>
              <a:gd name="adj4" fmla="val 4375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2640027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4A41FB8-0C06-465A-6B86-C4A780D7AB0B}"/>
            </a:ext>
          </a:extLst>
        </p:cNvPr>
        <p:cNvGrpSpPr/>
        <p:nvPr/>
      </p:nvGrpSpPr>
      <p:grpSpPr>
        <a:xfrm>
          <a:off x="0" y="0"/>
          <a:ext cx="0" cy="0"/>
          <a:chOff x="0" y="0"/>
          <a:chExt cx="0" cy="0"/>
        </a:xfrm>
      </p:grpSpPr>
      <p:sp>
        <p:nvSpPr>
          <p:cNvPr id="24" name="Rectangle 23">
            <a:extLst>
              <a:ext uri="{FF2B5EF4-FFF2-40B4-BE49-F238E27FC236}">
                <a16:creationId xmlns:a16="http://schemas.microsoft.com/office/drawing/2014/main" id="{F67BB047-8165-CCA2-E127-1C3BD34499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26" name="Straight Connector 25">
            <a:extLst>
              <a:ext uri="{FF2B5EF4-FFF2-40B4-BE49-F238E27FC236}">
                <a16:creationId xmlns:a16="http://schemas.microsoft.com/office/drawing/2014/main" id="{2CDFFB0D-1D49-6249-0B3E-A75BBB9D486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700838" y="3209925"/>
            <a:ext cx="5364957"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FDA8D389-EE90-AFC0-86B3-465212DDED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1F2F7A09-7F0F-5F69-69B8-4A8694FD2178}"/>
              </a:ext>
            </a:extLst>
          </p:cNvPr>
          <p:cNvGrpSpPr/>
          <p:nvPr/>
        </p:nvGrpSpPr>
        <p:grpSpPr>
          <a:xfrm>
            <a:off x="6067949" y="474840"/>
            <a:ext cx="6155787" cy="1478317"/>
            <a:chOff x="662784" y="1100135"/>
            <a:chExt cx="4998231" cy="1200329"/>
          </a:xfrm>
        </p:grpSpPr>
        <p:sp>
          <p:nvSpPr>
            <p:cNvPr id="6" name="TextBox 5">
              <a:extLst>
                <a:ext uri="{FF2B5EF4-FFF2-40B4-BE49-F238E27FC236}">
                  <a16:creationId xmlns:a16="http://schemas.microsoft.com/office/drawing/2014/main" id="{F003E3E3-3B82-E314-D4F1-B80671577B47}"/>
                </a:ext>
              </a:extLst>
            </p:cNvPr>
            <p:cNvSpPr txBox="1"/>
            <p:nvPr/>
          </p:nvSpPr>
          <p:spPr>
            <a:xfrm>
              <a:off x="662784" y="1100135"/>
              <a:ext cx="1292103" cy="1200329"/>
            </a:xfrm>
            <a:prstGeom prst="rect">
              <a:avLst/>
            </a:prstGeom>
            <a:noFill/>
          </p:spPr>
          <p:txBody>
            <a:bodyPr wrap="square" lIns="108000" rIns="108000" rtlCol="0">
              <a:spAutoFit/>
            </a:bodyPr>
            <a:lstStyle/>
            <a:p>
              <a:pPr algn="r" defTabSz="1124712">
                <a:spcAft>
                  <a:spcPts val="600"/>
                </a:spcAft>
              </a:pPr>
              <a:r>
                <a:rPr lang="en-US" altLang="ko-KR" sz="8856" b="1" kern="1200" dirty="0">
                  <a:solidFill>
                    <a:schemeClr val="accent1">
                      <a:alpha val="40000"/>
                    </a:schemeClr>
                  </a:solidFill>
                  <a:latin typeface="+mn-lt"/>
                  <a:ea typeface="+mn-ea"/>
                  <a:cs typeface="Arial" pitchFamily="34" charset="0"/>
                </a:rPr>
                <a:t>09</a:t>
              </a:r>
              <a:endParaRPr lang="ko-KR" altLang="en-US" sz="7200" b="1" dirty="0">
                <a:solidFill>
                  <a:schemeClr val="accent1">
                    <a:alpha val="40000"/>
                  </a:schemeClr>
                </a:solidFill>
                <a:cs typeface="Arial" pitchFamily="34" charset="0"/>
              </a:endParaRPr>
            </a:p>
          </p:txBody>
        </p:sp>
        <p:sp>
          <p:nvSpPr>
            <p:cNvPr id="9" name="TextBox 8">
              <a:extLst>
                <a:ext uri="{FF2B5EF4-FFF2-40B4-BE49-F238E27FC236}">
                  <a16:creationId xmlns:a16="http://schemas.microsoft.com/office/drawing/2014/main" id="{F26B4239-C5B3-E431-7049-463978DC29AA}"/>
                </a:ext>
              </a:extLst>
            </p:cNvPr>
            <p:cNvSpPr txBox="1"/>
            <p:nvPr/>
          </p:nvSpPr>
          <p:spPr>
            <a:xfrm>
              <a:off x="2013175" y="1463388"/>
              <a:ext cx="3647840" cy="212416"/>
            </a:xfrm>
            <a:prstGeom prst="rect">
              <a:avLst/>
            </a:prstGeom>
            <a:noFill/>
          </p:spPr>
          <p:txBody>
            <a:bodyPr wrap="square" rtlCol="0" anchor="ctr">
              <a:spAutoFit/>
            </a:bodyPr>
            <a:lstStyle/>
            <a:p>
              <a:pPr marL="210895" indent="-210895" defTabSz="1124712">
                <a:spcAft>
                  <a:spcPts val="600"/>
                </a:spcAft>
                <a:buFont typeface="Wingdings" panose="05000000000000000000" pitchFamily="2" charset="2"/>
                <a:buChar char="Ø"/>
              </a:pPr>
              <a:r>
                <a:rPr lang="en-US" altLang="ko-KR" sz="1100" kern="1200" dirty="0">
                  <a:solidFill>
                    <a:schemeClr val="bg1"/>
                  </a:solidFill>
                  <a:latin typeface="+mn-lt"/>
                  <a:ea typeface="+mn-ea"/>
                  <a:cs typeface="Arial" pitchFamily="34" charset="0"/>
                </a:rPr>
                <a:t> </a:t>
              </a:r>
              <a:r>
                <a:rPr lang="en-US" sz="1100" dirty="0">
                  <a:solidFill>
                    <a:schemeClr val="bg1"/>
                  </a:solidFill>
                  <a:latin typeface="Arial"/>
                </a:rPr>
                <a:t>Monitor Victim's Activity.</a:t>
              </a:r>
            </a:p>
          </p:txBody>
        </p:sp>
      </p:grpSp>
      <p:sp>
        <p:nvSpPr>
          <p:cNvPr id="19" name="TextBox 18">
            <a:extLst>
              <a:ext uri="{FF2B5EF4-FFF2-40B4-BE49-F238E27FC236}">
                <a16:creationId xmlns:a16="http://schemas.microsoft.com/office/drawing/2014/main" id="{8187B9B1-138D-2E24-C304-EEF67A684204}"/>
              </a:ext>
            </a:extLst>
          </p:cNvPr>
          <p:cNvSpPr txBox="1"/>
          <p:nvPr/>
        </p:nvSpPr>
        <p:spPr>
          <a:xfrm>
            <a:off x="1621374" y="773082"/>
            <a:ext cx="4671850" cy="913455"/>
          </a:xfrm>
          <a:prstGeom prst="rect">
            <a:avLst/>
          </a:prstGeom>
          <a:noFill/>
        </p:spPr>
        <p:txBody>
          <a:bodyPr wrap="square" rtlCol="0" anchor="ctr">
            <a:spAutoFit/>
          </a:bodyPr>
          <a:lstStyle/>
          <a:p>
            <a:pPr marL="219468" indent="-219468" defTabSz="1170432">
              <a:spcAft>
                <a:spcPts val="600"/>
              </a:spcAft>
              <a:buFont typeface="Wingdings" panose="05000000000000000000" pitchFamily="2" charset="2"/>
              <a:buChar char="Ø"/>
            </a:pPr>
            <a:r>
              <a:rPr lang="en-US" altLang="ko-KR" sz="1536" kern="1200" dirty="0">
                <a:solidFill>
                  <a:schemeClr val="bg1"/>
                </a:solidFill>
                <a:latin typeface="+mn-lt"/>
                <a:ea typeface="+mn-ea"/>
                <a:cs typeface="Arial" pitchFamily="34" charset="0"/>
              </a:rPr>
              <a:t> </a:t>
            </a:r>
            <a:r>
              <a:rPr lang="en-US" sz="1100" dirty="0">
                <a:solidFill>
                  <a:schemeClr val="bg1"/>
                </a:solidFill>
                <a:latin typeface="Arial"/>
              </a:rPr>
              <a:t>Launch Wireshark.</a:t>
            </a:r>
          </a:p>
          <a:p>
            <a:pPr marL="219468" indent="-219468" defTabSz="1170432">
              <a:spcAft>
                <a:spcPts val="600"/>
              </a:spcAft>
              <a:buFont typeface="Wingdings" panose="05000000000000000000" pitchFamily="2" charset="2"/>
              <a:buChar char="Ø"/>
            </a:pPr>
            <a:r>
              <a:rPr lang="en-US" sz="1100" kern="1200" dirty="0">
                <a:solidFill>
                  <a:schemeClr val="bg1"/>
                </a:solidFill>
                <a:latin typeface="Arial"/>
                <a:ea typeface="+mn-ea"/>
                <a:cs typeface="+mn-cs"/>
              </a:rPr>
              <a:t> </a:t>
            </a:r>
            <a:r>
              <a:rPr lang="en-US" sz="1100" dirty="0">
                <a:solidFill>
                  <a:schemeClr val="bg1"/>
                </a:solidFill>
                <a:latin typeface="Arial"/>
              </a:rPr>
              <a:t>Search for Wireshark in the Linux tools menu and open it. Select the interface wlan0 (wireless network interface). Click the blue shark fin icon under the 'File' menu to start capturing traffic.</a:t>
            </a:r>
          </a:p>
        </p:txBody>
      </p:sp>
      <p:sp>
        <p:nvSpPr>
          <p:cNvPr id="2" name="TextBox 1">
            <a:extLst>
              <a:ext uri="{FF2B5EF4-FFF2-40B4-BE49-F238E27FC236}">
                <a16:creationId xmlns:a16="http://schemas.microsoft.com/office/drawing/2014/main" id="{2E72E436-91C8-72A4-0A29-173AD532EDF4}"/>
              </a:ext>
            </a:extLst>
          </p:cNvPr>
          <p:cNvSpPr txBox="1"/>
          <p:nvPr/>
        </p:nvSpPr>
        <p:spPr>
          <a:xfrm>
            <a:off x="157941" y="490650"/>
            <a:ext cx="1591345" cy="1478317"/>
          </a:xfrm>
          <a:prstGeom prst="rect">
            <a:avLst/>
          </a:prstGeom>
          <a:noFill/>
        </p:spPr>
        <p:txBody>
          <a:bodyPr wrap="square" lIns="108000" rIns="108000" rtlCol="0">
            <a:spAutoFit/>
          </a:bodyPr>
          <a:lstStyle/>
          <a:p>
            <a:pPr algn="r" defTabSz="1124712">
              <a:spcAft>
                <a:spcPts val="600"/>
              </a:spcAft>
            </a:pPr>
            <a:r>
              <a:rPr lang="en-US" altLang="ko-KR" sz="8856" b="1" kern="1200" dirty="0">
                <a:solidFill>
                  <a:schemeClr val="accent1">
                    <a:alpha val="40000"/>
                  </a:schemeClr>
                </a:solidFill>
                <a:latin typeface="+mn-lt"/>
                <a:ea typeface="+mn-ea"/>
                <a:cs typeface="Arial" pitchFamily="34" charset="0"/>
              </a:rPr>
              <a:t>08</a:t>
            </a:r>
            <a:endParaRPr lang="ko-KR" altLang="en-US" sz="7200" b="1" dirty="0">
              <a:solidFill>
                <a:schemeClr val="accent1">
                  <a:alpha val="40000"/>
                </a:schemeClr>
              </a:solidFill>
              <a:cs typeface="Arial" pitchFamily="34" charset="0"/>
            </a:endParaRPr>
          </a:p>
        </p:txBody>
      </p:sp>
      <p:pic>
        <p:nvPicPr>
          <p:cNvPr id="4" name="Picture 3">
            <a:extLst>
              <a:ext uri="{FF2B5EF4-FFF2-40B4-BE49-F238E27FC236}">
                <a16:creationId xmlns:a16="http://schemas.microsoft.com/office/drawing/2014/main" id="{7DFF0727-BE36-FF4E-E2CD-33DF3ED4D867}"/>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0124" y="2493565"/>
            <a:ext cx="7440957" cy="4184486"/>
          </a:xfrm>
          <a:prstGeom prst="rect">
            <a:avLst/>
          </a:prstGeom>
          <a:noFill/>
          <a:ln>
            <a:noFill/>
          </a:ln>
        </p:spPr>
      </p:pic>
      <p:sp>
        <p:nvSpPr>
          <p:cNvPr id="11" name="Arrow: Bent 10">
            <a:extLst>
              <a:ext uri="{FF2B5EF4-FFF2-40B4-BE49-F238E27FC236}">
                <a16:creationId xmlns:a16="http://schemas.microsoft.com/office/drawing/2014/main" id="{B34D98E2-D6AA-144F-231A-CDF311271272}"/>
              </a:ext>
            </a:extLst>
          </p:cNvPr>
          <p:cNvSpPr/>
          <p:nvPr/>
        </p:nvSpPr>
        <p:spPr>
          <a:xfrm rot="10800000">
            <a:off x="7785500" y="1299022"/>
            <a:ext cx="1625200" cy="3863527"/>
          </a:xfrm>
          <a:prstGeom prst="bentArrow">
            <a:avLst>
              <a:gd name="adj1" fmla="val 28824"/>
              <a:gd name="adj2" fmla="val 50000"/>
              <a:gd name="adj3" fmla="val 25000"/>
              <a:gd name="adj4" fmla="val 4547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7871022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lumMod val="10000"/>
          </a:schemeClr>
        </a:solidFill>
        <a:effectLst/>
      </p:bgPr>
    </p:bg>
    <p:spTree>
      <p:nvGrpSpPr>
        <p:cNvPr id="1" name="">
          <a:extLst>
            <a:ext uri="{FF2B5EF4-FFF2-40B4-BE49-F238E27FC236}">
              <a16:creationId xmlns:a16="http://schemas.microsoft.com/office/drawing/2014/main" id="{63900F52-E62C-F008-FDA0-6A62014C4283}"/>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5D1D4658-32CD-4903-BDA6-7B54EEA4ED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997"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Freeform: Shape 15">
            <a:extLst>
              <a:ext uri="{FF2B5EF4-FFF2-40B4-BE49-F238E27FC236}">
                <a16:creationId xmlns:a16="http://schemas.microsoft.com/office/drawing/2014/main" id="{7A29A97C-0C3C-4F06-9CA4-68DFD1CE40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90886" y="983228"/>
            <a:ext cx="8301112" cy="5874772"/>
          </a:xfrm>
          <a:custGeom>
            <a:avLst/>
            <a:gdLst>
              <a:gd name="connsiteX0" fmla="*/ 3607511 w 8301112"/>
              <a:gd name="connsiteY0" fmla="*/ 0 h 5874772"/>
              <a:gd name="connsiteX1" fmla="*/ 8106431 w 8301112"/>
              <a:gd name="connsiteY1" fmla="*/ 0 h 5874772"/>
              <a:gd name="connsiteX2" fmla="*/ 8301112 w 8301112"/>
              <a:gd name="connsiteY2" fmla="*/ 0 h 5874772"/>
              <a:gd name="connsiteX3" fmla="*/ 8301112 w 8301112"/>
              <a:gd name="connsiteY3" fmla="*/ 5874772 h 5874772"/>
              <a:gd name="connsiteX4" fmla="*/ 27685 w 8301112"/>
              <a:gd name="connsiteY4" fmla="*/ 5874772 h 5874772"/>
              <a:gd name="connsiteX5" fmla="*/ 24376 w 8301112"/>
              <a:gd name="connsiteY5" fmla="*/ 5862584 h 5874772"/>
              <a:gd name="connsiteX6" fmla="*/ 97502 w 8301112"/>
              <a:gd name="connsiteY6" fmla="*/ 5167850 h 5874772"/>
              <a:gd name="connsiteX7" fmla="*/ 2827510 w 8301112"/>
              <a:gd name="connsiteY7" fmla="*/ 438782 h 5874772"/>
              <a:gd name="connsiteX8" fmla="*/ 3607511 w 8301112"/>
              <a:gd name="connsiteY8" fmla="*/ 0 h 587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301112" h="5874772">
                <a:moveTo>
                  <a:pt x="3607511" y="0"/>
                </a:moveTo>
                <a:cubicBezTo>
                  <a:pt x="3607511" y="0"/>
                  <a:pt x="3607511" y="0"/>
                  <a:pt x="8106431" y="0"/>
                </a:cubicBezTo>
                <a:lnTo>
                  <a:pt x="8301112" y="0"/>
                </a:lnTo>
                <a:lnTo>
                  <a:pt x="8301112" y="5874772"/>
                </a:lnTo>
                <a:lnTo>
                  <a:pt x="27685" y="5874772"/>
                </a:lnTo>
                <a:lnTo>
                  <a:pt x="24376" y="5862584"/>
                </a:lnTo>
                <a:cubicBezTo>
                  <a:pt x="-24375" y="5631005"/>
                  <a:pt x="0" y="5362863"/>
                  <a:pt x="97502" y="5167850"/>
                </a:cubicBezTo>
                <a:cubicBezTo>
                  <a:pt x="97502" y="5167850"/>
                  <a:pt x="97502" y="5167850"/>
                  <a:pt x="2827510" y="438782"/>
                </a:cubicBezTo>
                <a:cubicBezTo>
                  <a:pt x="2973760" y="195014"/>
                  <a:pt x="3331265" y="0"/>
                  <a:pt x="3607511"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801292C1-8B12-4AF2-9B59-8851A132E5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6700" y="360023"/>
            <a:ext cx="5342806" cy="4453168"/>
          </a:xfrm>
          <a:custGeom>
            <a:avLst/>
            <a:gdLst>
              <a:gd name="connsiteX0" fmla="*/ 313737 w 5342806"/>
              <a:gd name="connsiteY0" fmla="*/ 2699726 h 4453168"/>
              <a:gd name="connsiteX1" fmla="*/ 775980 w 5342806"/>
              <a:gd name="connsiteY1" fmla="*/ 2699726 h 4453168"/>
              <a:gd name="connsiteX2" fmla="*/ 846865 w 5342806"/>
              <a:gd name="connsiteY2" fmla="*/ 2741502 h 4453168"/>
              <a:gd name="connsiteX3" fmla="*/ 1078485 w 5342806"/>
              <a:gd name="connsiteY3" fmla="*/ 3140369 h 4453168"/>
              <a:gd name="connsiteX4" fmla="*/ 1078485 w 5342806"/>
              <a:gd name="connsiteY4" fmla="*/ 3221933 h 4453168"/>
              <a:gd name="connsiteX5" fmla="*/ 846865 w 5342806"/>
              <a:gd name="connsiteY5" fmla="*/ 3620799 h 4453168"/>
              <a:gd name="connsiteX6" fmla="*/ 775980 w 5342806"/>
              <a:gd name="connsiteY6" fmla="*/ 3662576 h 4453168"/>
              <a:gd name="connsiteX7" fmla="*/ 313737 w 5342806"/>
              <a:gd name="connsiteY7" fmla="*/ 3662576 h 4453168"/>
              <a:gd name="connsiteX8" fmla="*/ 241855 w 5342806"/>
              <a:gd name="connsiteY8" fmla="*/ 3620799 h 4453168"/>
              <a:gd name="connsiteX9" fmla="*/ 11232 w 5342806"/>
              <a:gd name="connsiteY9" fmla="*/ 3221933 h 4453168"/>
              <a:gd name="connsiteX10" fmla="*/ 11232 w 5342806"/>
              <a:gd name="connsiteY10" fmla="*/ 3140369 h 4453168"/>
              <a:gd name="connsiteX11" fmla="*/ 241855 w 5342806"/>
              <a:gd name="connsiteY11" fmla="*/ 2741502 h 4453168"/>
              <a:gd name="connsiteX12" fmla="*/ 313737 w 5342806"/>
              <a:gd name="connsiteY12" fmla="*/ 2699726 h 4453168"/>
              <a:gd name="connsiteX13" fmla="*/ 2150770 w 5342806"/>
              <a:gd name="connsiteY13" fmla="*/ 492430 h 4453168"/>
              <a:gd name="connsiteX14" fmla="*/ 2388454 w 5342806"/>
              <a:gd name="connsiteY14" fmla="*/ 492430 h 4453168"/>
              <a:gd name="connsiteX15" fmla="*/ 2416181 w 5342806"/>
              <a:gd name="connsiteY15" fmla="*/ 492430 h 4453168"/>
              <a:gd name="connsiteX16" fmla="*/ 2442639 w 5342806"/>
              <a:gd name="connsiteY16" fmla="*/ 537992 h 4453168"/>
              <a:gd name="connsiteX17" fmla="*/ 2572233 w 5342806"/>
              <a:gd name="connsiteY17" fmla="*/ 761161 h 4453168"/>
              <a:gd name="connsiteX18" fmla="*/ 2572233 w 5342806"/>
              <a:gd name="connsiteY18" fmla="*/ 886078 h 4453168"/>
              <a:gd name="connsiteX19" fmla="*/ 2217501 w 5342806"/>
              <a:gd name="connsiteY19" fmla="*/ 1496950 h 4453168"/>
              <a:gd name="connsiteX20" fmla="*/ 2108941 w 5342806"/>
              <a:gd name="connsiteY20" fmla="*/ 1560931 h 4453168"/>
              <a:gd name="connsiteX21" fmla="*/ 1401007 w 5342806"/>
              <a:gd name="connsiteY21" fmla="*/ 1560931 h 4453168"/>
              <a:gd name="connsiteX22" fmla="*/ 1367679 w 5342806"/>
              <a:gd name="connsiteY22" fmla="*/ 1556504 h 4453168"/>
              <a:gd name="connsiteX23" fmla="*/ 1344756 w 5342806"/>
              <a:gd name="connsiteY23" fmla="*/ 1546893 h 4453168"/>
              <a:gd name="connsiteX24" fmla="*/ 1358765 w 5342806"/>
              <a:gd name="connsiteY24" fmla="*/ 1522665 h 4453168"/>
              <a:gd name="connsiteX25" fmla="*/ 1855078 w 5342806"/>
              <a:gd name="connsiteY25" fmla="*/ 664281 h 4453168"/>
              <a:gd name="connsiteX26" fmla="*/ 2150770 w 5342806"/>
              <a:gd name="connsiteY26" fmla="*/ 492430 h 4453168"/>
              <a:gd name="connsiteX27" fmla="*/ 1359084 w 5342806"/>
              <a:gd name="connsiteY27" fmla="*/ 0 h 4453168"/>
              <a:gd name="connsiteX28" fmla="*/ 2157630 w 5342806"/>
              <a:gd name="connsiteY28" fmla="*/ 0 h 4453168"/>
              <a:gd name="connsiteX29" fmla="*/ 2280085 w 5342806"/>
              <a:gd name="connsiteY29" fmla="*/ 72172 h 4453168"/>
              <a:gd name="connsiteX30" fmla="*/ 2494708 w 5342806"/>
              <a:gd name="connsiteY30" fmla="*/ 441767 h 4453168"/>
              <a:gd name="connsiteX31" fmla="*/ 2518954 w 5342806"/>
              <a:gd name="connsiteY31" fmla="*/ 483519 h 4453168"/>
              <a:gd name="connsiteX32" fmla="*/ 2499877 w 5342806"/>
              <a:gd name="connsiteY32" fmla="*/ 483519 h 4453168"/>
              <a:gd name="connsiteX33" fmla="*/ 2409708 w 5342806"/>
              <a:gd name="connsiteY33" fmla="*/ 483519 h 4453168"/>
              <a:gd name="connsiteX34" fmla="*/ 2370537 w 5342806"/>
              <a:gd name="connsiteY34" fmla="*/ 416064 h 4453168"/>
              <a:gd name="connsiteX35" fmla="*/ 2220885 w 5342806"/>
              <a:gd name="connsiteY35" fmla="*/ 158353 h 4453168"/>
              <a:gd name="connsiteX36" fmla="*/ 2112324 w 5342806"/>
              <a:gd name="connsiteY36" fmla="*/ 94371 h 4453168"/>
              <a:gd name="connsiteX37" fmla="*/ 1404390 w 5342806"/>
              <a:gd name="connsiteY37" fmla="*/ 94371 h 4453168"/>
              <a:gd name="connsiteX38" fmla="*/ 1294301 w 5342806"/>
              <a:gd name="connsiteY38" fmla="*/ 158353 h 4453168"/>
              <a:gd name="connsiteX39" fmla="*/ 941098 w 5342806"/>
              <a:gd name="connsiteY39" fmla="*/ 769224 h 4453168"/>
              <a:gd name="connsiteX40" fmla="*/ 941098 w 5342806"/>
              <a:gd name="connsiteY40" fmla="*/ 894141 h 4453168"/>
              <a:gd name="connsiteX41" fmla="*/ 1294301 w 5342806"/>
              <a:gd name="connsiteY41" fmla="*/ 1505013 h 4453168"/>
              <a:gd name="connsiteX42" fmla="*/ 1340745 w 5342806"/>
              <a:gd name="connsiteY42" fmla="*/ 1551856 h 4453168"/>
              <a:gd name="connsiteX43" fmla="*/ 1346119 w 5342806"/>
              <a:gd name="connsiteY43" fmla="*/ 1554109 h 4453168"/>
              <a:gd name="connsiteX44" fmla="*/ 1317310 w 5342806"/>
              <a:gd name="connsiteY44" fmla="*/ 1603934 h 4453168"/>
              <a:gd name="connsiteX45" fmla="*/ 1295884 w 5342806"/>
              <a:gd name="connsiteY45" fmla="*/ 1640991 h 4453168"/>
              <a:gd name="connsiteX46" fmla="*/ 1318107 w 5342806"/>
              <a:gd name="connsiteY46" fmla="*/ 1650309 h 4453168"/>
              <a:gd name="connsiteX47" fmla="*/ 1355700 w 5342806"/>
              <a:gd name="connsiteY47" fmla="*/ 1655302 h 4453168"/>
              <a:gd name="connsiteX48" fmla="*/ 2154247 w 5342806"/>
              <a:gd name="connsiteY48" fmla="*/ 1655302 h 4453168"/>
              <a:gd name="connsiteX49" fmla="*/ 2276701 w 5342806"/>
              <a:gd name="connsiteY49" fmla="*/ 1583132 h 4453168"/>
              <a:gd name="connsiteX50" fmla="*/ 2676837 w 5342806"/>
              <a:gd name="connsiteY50" fmla="*/ 894072 h 4453168"/>
              <a:gd name="connsiteX51" fmla="*/ 2676837 w 5342806"/>
              <a:gd name="connsiteY51" fmla="*/ 753167 h 4453168"/>
              <a:gd name="connsiteX52" fmla="*/ 2544761 w 5342806"/>
              <a:gd name="connsiteY52" fmla="*/ 525724 h 4453168"/>
              <a:gd name="connsiteX53" fmla="*/ 2525427 w 5342806"/>
              <a:gd name="connsiteY53" fmla="*/ 492430 h 4453168"/>
              <a:gd name="connsiteX54" fmla="*/ 2614995 w 5342806"/>
              <a:gd name="connsiteY54" fmla="*/ 492430 h 4453168"/>
              <a:gd name="connsiteX55" fmla="*/ 4052233 w 5342806"/>
              <a:gd name="connsiteY55" fmla="*/ 492430 h 4453168"/>
              <a:gd name="connsiteX56" fmla="*/ 4343819 w 5342806"/>
              <a:gd name="connsiteY56" fmla="*/ 664281 h 4453168"/>
              <a:gd name="connsiteX57" fmla="*/ 5296604 w 5342806"/>
              <a:gd name="connsiteY57" fmla="*/ 2305041 h 4453168"/>
              <a:gd name="connsiteX58" fmla="*/ 5296604 w 5342806"/>
              <a:gd name="connsiteY58" fmla="*/ 2640558 h 4453168"/>
              <a:gd name="connsiteX59" fmla="*/ 4343819 w 5342806"/>
              <a:gd name="connsiteY59" fmla="*/ 4281318 h 4453168"/>
              <a:gd name="connsiteX60" fmla="*/ 4052233 w 5342806"/>
              <a:gd name="connsiteY60" fmla="*/ 4453168 h 4453168"/>
              <a:gd name="connsiteX61" fmla="*/ 2150770 w 5342806"/>
              <a:gd name="connsiteY61" fmla="*/ 4453168 h 4453168"/>
              <a:gd name="connsiteX62" fmla="*/ 1855078 w 5342806"/>
              <a:gd name="connsiteY62" fmla="*/ 4281318 h 4453168"/>
              <a:gd name="connsiteX63" fmla="*/ 906399 w 5342806"/>
              <a:gd name="connsiteY63" fmla="*/ 2640558 h 4453168"/>
              <a:gd name="connsiteX64" fmla="*/ 906399 w 5342806"/>
              <a:gd name="connsiteY64" fmla="*/ 2305041 h 4453168"/>
              <a:gd name="connsiteX65" fmla="*/ 1258651 w 5342806"/>
              <a:gd name="connsiteY65" fmla="*/ 1695815 h 4453168"/>
              <a:gd name="connsiteX66" fmla="*/ 1288338 w 5342806"/>
              <a:gd name="connsiteY66" fmla="*/ 1644472 h 4453168"/>
              <a:gd name="connsiteX67" fmla="*/ 1287293 w 5342806"/>
              <a:gd name="connsiteY67" fmla="*/ 1644034 h 4453168"/>
              <a:gd name="connsiteX68" fmla="*/ 1234904 w 5342806"/>
              <a:gd name="connsiteY68" fmla="*/ 1591195 h 4453168"/>
              <a:gd name="connsiteX69" fmla="*/ 836494 w 5342806"/>
              <a:gd name="connsiteY69" fmla="*/ 902135 h 4453168"/>
              <a:gd name="connsiteX70" fmla="*/ 836494 w 5342806"/>
              <a:gd name="connsiteY70" fmla="*/ 761230 h 4453168"/>
              <a:gd name="connsiteX71" fmla="*/ 1234904 w 5342806"/>
              <a:gd name="connsiteY71" fmla="*/ 72172 h 4453168"/>
              <a:gd name="connsiteX72" fmla="*/ 1359084 w 5342806"/>
              <a:gd name="connsiteY72" fmla="*/ 0 h 4453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5342806" h="4453168">
                <a:moveTo>
                  <a:pt x="313737" y="2699726"/>
                </a:moveTo>
                <a:cubicBezTo>
                  <a:pt x="313737" y="2699726"/>
                  <a:pt x="313737" y="2699726"/>
                  <a:pt x="775980" y="2699726"/>
                </a:cubicBezTo>
                <a:cubicBezTo>
                  <a:pt x="804933" y="2699726"/>
                  <a:pt x="832887" y="2715641"/>
                  <a:pt x="846865" y="2741502"/>
                </a:cubicBezTo>
                <a:cubicBezTo>
                  <a:pt x="846865" y="2741502"/>
                  <a:pt x="846865" y="2741502"/>
                  <a:pt x="1078485" y="3140369"/>
                </a:cubicBezTo>
                <a:cubicBezTo>
                  <a:pt x="1093461" y="3165236"/>
                  <a:pt x="1093461" y="3197066"/>
                  <a:pt x="1078485" y="3221933"/>
                </a:cubicBezTo>
                <a:cubicBezTo>
                  <a:pt x="1078485" y="3221933"/>
                  <a:pt x="1078485" y="3221933"/>
                  <a:pt x="846865" y="3620799"/>
                </a:cubicBezTo>
                <a:cubicBezTo>
                  <a:pt x="832887" y="3646661"/>
                  <a:pt x="804933" y="3662576"/>
                  <a:pt x="775980" y="3662576"/>
                </a:cubicBezTo>
                <a:cubicBezTo>
                  <a:pt x="775980" y="3662576"/>
                  <a:pt x="775980" y="3662576"/>
                  <a:pt x="313737" y="3662576"/>
                </a:cubicBezTo>
                <a:cubicBezTo>
                  <a:pt x="283786" y="3662576"/>
                  <a:pt x="256830" y="3646661"/>
                  <a:pt x="241855" y="3620799"/>
                </a:cubicBezTo>
                <a:cubicBezTo>
                  <a:pt x="241855" y="3620799"/>
                  <a:pt x="241855" y="3620799"/>
                  <a:pt x="11232" y="3221933"/>
                </a:cubicBezTo>
                <a:cubicBezTo>
                  <a:pt x="-3743" y="3197066"/>
                  <a:pt x="-3743" y="3165236"/>
                  <a:pt x="11232" y="3140369"/>
                </a:cubicBezTo>
                <a:cubicBezTo>
                  <a:pt x="11232" y="3140369"/>
                  <a:pt x="11232" y="3140369"/>
                  <a:pt x="241855" y="2741502"/>
                </a:cubicBezTo>
                <a:cubicBezTo>
                  <a:pt x="256830" y="2715641"/>
                  <a:pt x="283786" y="2699726"/>
                  <a:pt x="313737" y="2699726"/>
                </a:cubicBezTo>
                <a:close/>
                <a:moveTo>
                  <a:pt x="2150770" y="492430"/>
                </a:moveTo>
                <a:cubicBezTo>
                  <a:pt x="2150770" y="492430"/>
                  <a:pt x="2150770" y="492430"/>
                  <a:pt x="2388454" y="492430"/>
                </a:cubicBezTo>
                <a:lnTo>
                  <a:pt x="2416181" y="492430"/>
                </a:lnTo>
                <a:lnTo>
                  <a:pt x="2442639" y="537992"/>
                </a:lnTo>
                <a:cubicBezTo>
                  <a:pt x="2479480" y="601434"/>
                  <a:pt x="2522349" y="675258"/>
                  <a:pt x="2572233" y="761161"/>
                </a:cubicBezTo>
                <a:cubicBezTo>
                  <a:pt x="2595168" y="799246"/>
                  <a:pt x="2595168" y="847994"/>
                  <a:pt x="2572233" y="886078"/>
                </a:cubicBezTo>
                <a:cubicBezTo>
                  <a:pt x="2572233" y="886078"/>
                  <a:pt x="2572233" y="886078"/>
                  <a:pt x="2217501" y="1496950"/>
                </a:cubicBezTo>
                <a:cubicBezTo>
                  <a:pt x="2196094" y="1536558"/>
                  <a:pt x="2153283" y="1560931"/>
                  <a:pt x="2108941" y="1560931"/>
                </a:cubicBezTo>
                <a:cubicBezTo>
                  <a:pt x="2108941" y="1560931"/>
                  <a:pt x="2108941" y="1560931"/>
                  <a:pt x="1401007" y="1560931"/>
                </a:cubicBezTo>
                <a:cubicBezTo>
                  <a:pt x="1389539" y="1560931"/>
                  <a:pt x="1378359" y="1559408"/>
                  <a:pt x="1367679" y="1556504"/>
                </a:cubicBezTo>
                <a:lnTo>
                  <a:pt x="1344756" y="1546893"/>
                </a:lnTo>
                <a:lnTo>
                  <a:pt x="1358765" y="1522665"/>
                </a:lnTo>
                <a:cubicBezTo>
                  <a:pt x="1485427" y="1303600"/>
                  <a:pt x="1647555" y="1023197"/>
                  <a:pt x="1855078" y="664281"/>
                </a:cubicBezTo>
                <a:cubicBezTo>
                  <a:pt x="1916680" y="557897"/>
                  <a:pt x="2027565" y="492430"/>
                  <a:pt x="2150770" y="492430"/>
                </a:cubicBezTo>
                <a:close/>
                <a:moveTo>
                  <a:pt x="1359084" y="0"/>
                </a:moveTo>
                <a:cubicBezTo>
                  <a:pt x="1359084" y="0"/>
                  <a:pt x="1359084" y="0"/>
                  <a:pt x="2157630" y="0"/>
                </a:cubicBezTo>
                <a:cubicBezTo>
                  <a:pt x="2207647" y="0"/>
                  <a:pt x="2255938" y="27495"/>
                  <a:pt x="2280085" y="72172"/>
                </a:cubicBezTo>
                <a:cubicBezTo>
                  <a:pt x="2280085" y="72172"/>
                  <a:pt x="2280085" y="72172"/>
                  <a:pt x="2494708" y="441767"/>
                </a:cubicBezTo>
                <a:lnTo>
                  <a:pt x="2518954" y="483519"/>
                </a:lnTo>
                <a:lnTo>
                  <a:pt x="2499877" y="483519"/>
                </a:lnTo>
                <a:lnTo>
                  <a:pt x="2409708" y="483519"/>
                </a:lnTo>
                <a:lnTo>
                  <a:pt x="2370537" y="416064"/>
                </a:lnTo>
                <a:cubicBezTo>
                  <a:pt x="2220885" y="158353"/>
                  <a:pt x="2220885" y="158353"/>
                  <a:pt x="2220885" y="158353"/>
                </a:cubicBezTo>
                <a:cubicBezTo>
                  <a:pt x="2199478" y="118745"/>
                  <a:pt x="2156666" y="94371"/>
                  <a:pt x="2112324" y="94371"/>
                </a:cubicBezTo>
                <a:cubicBezTo>
                  <a:pt x="1404390" y="94371"/>
                  <a:pt x="1404390" y="94371"/>
                  <a:pt x="1404390" y="94371"/>
                </a:cubicBezTo>
                <a:cubicBezTo>
                  <a:pt x="1358520" y="94371"/>
                  <a:pt x="1317236" y="118745"/>
                  <a:pt x="1294301" y="158353"/>
                </a:cubicBezTo>
                <a:cubicBezTo>
                  <a:pt x="941098" y="769224"/>
                  <a:pt x="941098" y="769224"/>
                  <a:pt x="941098" y="769224"/>
                </a:cubicBezTo>
                <a:cubicBezTo>
                  <a:pt x="918163" y="807309"/>
                  <a:pt x="918163" y="856057"/>
                  <a:pt x="941098" y="894141"/>
                </a:cubicBezTo>
                <a:cubicBezTo>
                  <a:pt x="1294301" y="1505013"/>
                  <a:pt x="1294301" y="1505013"/>
                  <a:pt x="1294301" y="1505013"/>
                </a:cubicBezTo>
                <a:cubicBezTo>
                  <a:pt x="1305769" y="1524817"/>
                  <a:pt x="1321823" y="1540812"/>
                  <a:pt x="1340745" y="1551856"/>
                </a:cubicBezTo>
                <a:lnTo>
                  <a:pt x="1346119" y="1554109"/>
                </a:lnTo>
                <a:lnTo>
                  <a:pt x="1317310" y="1603934"/>
                </a:lnTo>
                <a:lnTo>
                  <a:pt x="1295884" y="1640991"/>
                </a:lnTo>
                <a:lnTo>
                  <a:pt x="1318107" y="1650309"/>
                </a:lnTo>
                <a:cubicBezTo>
                  <a:pt x="1330154" y="1653584"/>
                  <a:pt x="1342766" y="1655302"/>
                  <a:pt x="1355700" y="1655302"/>
                </a:cubicBezTo>
                <a:cubicBezTo>
                  <a:pt x="2154247" y="1655302"/>
                  <a:pt x="2154247" y="1655302"/>
                  <a:pt x="2154247" y="1655302"/>
                </a:cubicBezTo>
                <a:cubicBezTo>
                  <a:pt x="2204264" y="1655302"/>
                  <a:pt x="2252555" y="1627810"/>
                  <a:pt x="2276701" y="1583132"/>
                </a:cubicBezTo>
                <a:cubicBezTo>
                  <a:pt x="2676837" y="894072"/>
                  <a:pt x="2676837" y="894072"/>
                  <a:pt x="2676837" y="894072"/>
                </a:cubicBezTo>
                <a:cubicBezTo>
                  <a:pt x="2702708" y="851114"/>
                  <a:pt x="2702708" y="796127"/>
                  <a:pt x="2676837" y="753167"/>
                </a:cubicBezTo>
                <a:cubicBezTo>
                  <a:pt x="2626820" y="667035"/>
                  <a:pt x="2583056" y="591669"/>
                  <a:pt x="2544761" y="525724"/>
                </a:cubicBezTo>
                <a:lnTo>
                  <a:pt x="2525427" y="492430"/>
                </a:lnTo>
                <a:lnTo>
                  <a:pt x="2614995" y="492430"/>
                </a:lnTo>
                <a:cubicBezTo>
                  <a:pt x="2893530" y="492430"/>
                  <a:pt x="3339185" y="492430"/>
                  <a:pt x="4052233" y="492430"/>
                </a:cubicBezTo>
                <a:cubicBezTo>
                  <a:pt x="4171332" y="492430"/>
                  <a:pt x="4286323" y="557897"/>
                  <a:pt x="4343819" y="664281"/>
                </a:cubicBezTo>
                <a:cubicBezTo>
                  <a:pt x="4343819" y="664281"/>
                  <a:pt x="4343819" y="664281"/>
                  <a:pt x="5296604" y="2305041"/>
                </a:cubicBezTo>
                <a:cubicBezTo>
                  <a:pt x="5358207" y="2407332"/>
                  <a:pt x="5358207" y="2538266"/>
                  <a:pt x="5296604" y="2640558"/>
                </a:cubicBezTo>
                <a:cubicBezTo>
                  <a:pt x="5296604" y="2640558"/>
                  <a:pt x="5296604" y="2640558"/>
                  <a:pt x="4343819" y="4281318"/>
                </a:cubicBezTo>
                <a:cubicBezTo>
                  <a:pt x="4286323" y="4387702"/>
                  <a:pt x="4171332" y="4453168"/>
                  <a:pt x="4052233" y="4453168"/>
                </a:cubicBezTo>
                <a:cubicBezTo>
                  <a:pt x="4052233" y="4453168"/>
                  <a:pt x="4052233" y="4453168"/>
                  <a:pt x="2150770" y="4453168"/>
                </a:cubicBezTo>
                <a:cubicBezTo>
                  <a:pt x="2027565" y="4453168"/>
                  <a:pt x="1916680" y="4387702"/>
                  <a:pt x="1855078" y="4281318"/>
                </a:cubicBezTo>
                <a:cubicBezTo>
                  <a:pt x="1855078" y="4281318"/>
                  <a:pt x="1855078" y="4281318"/>
                  <a:pt x="906399" y="2640558"/>
                </a:cubicBezTo>
                <a:cubicBezTo>
                  <a:pt x="844796" y="2538266"/>
                  <a:pt x="844796" y="2407332"/>
                  <a:pt x="906399" y="2305041"/>
                </a:cubicBezTo>
                <a:cubicBezTo>
                  <a:pt x="906399" y="2305041"/>
                  <a:pt x="906399" y="2305041"/>
                  <a:pt x="1258651" y="1695815"/>
                </a:cubicBezTo>
                <a:lnTo>
                  <a:pt x="1288338" y="1644472"/>
                </a:lnTo>
                <a:lnTo>
                  <a:pt x="1287293" y="1644034"/>
                </a:lnTo>
                <a:cubicBezTo>
                  <a:pt x="1265949" y="1631576"/>
                  <a:pt x="1247840" y="1613534"/>
                  <a:pt x="1234904" y="1591195"/>
                </a:cubicBezTo>
                <a:cubicBezTo>
                  <a:pt x="1234904" y="1591195"/>
                  <a:pt x="1234904" y="1591195"/>
                  <a:pt x="836494" y="902135"/>
                </a:cubicBezTo>
                <a:cubicBezTo>
                  <a:pt x="810622" y="859177"/>
                  <a:pt x="810622" y="804190"/>
                  <a:pt x="836494" y="761230"/>
                </a:cubicBezTo>
                <a:cubicBezTo>
                  <a:pt x="836494" y="761230"/>
                  <a:pt x="836494" y="761230"/>
                  <a:pt x="1234904" y="72172"/>
                </a:cubicBezTo>
                <a:cubicBezTo>
                  <a:pt x="1260775" y="27495"/>
                  <a:pt x="1307343" y="0"/>
                  <a:pt x="1359084"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Picture 3">
            <a:extLst>
              <a:ext uri="{FF2B5EF4-FFF2-40B4-BE49-F238E27FC236}">
                <a16:creationId xmlns:a16="http://schemas.microsoft.com/office/drawing/2014/main" id="{71E90B73-DEAF-81E9-91AC-D65AF7E0A5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6095999" y="2525486"/>
            <a:ext cx="5954289" cy="3349286"/>
          </a:xfrm>
          <a:prstGeom prst="rect">
            <a:avLst/>
          </a:prstGeom>
          <a:noFill/>
        </p:spPr>
      </p:pic>
      <p:grpSp>
        <p:nvGrpSpPr>
          <p:cNvPr id="5" name="Group 4">
            <a:extLst>
              <a:ext uri="{FF2B5EF4-FFF2-40B4-BE49-F238E27FC236}">
                <a16:creationId xmlns:a16="http://schemas.microsoft.com/office/drawing/2014/main" id="{C1318A8D-94A1-C3B4-756E-27C4E75FB5B8}"/>
              </a:ext>
            </a:extLst>
          </p:cNvPr>
          <p:cNvGrpSpPr/>
          <p:nvPr/>
        </p:nvGrpSpPr>
        <p:grpSpPr>
          <a:xfrm>
            <a:off x="986972" y="2190519"/>
            <a:ext cx="4455886" cy="1238481"/>
            <a:chOff x="-5548264" y="182919"/>
            <a:chExt cx="5424117" cy="1200330"/>
          </a:xfrm>
        </p:grpSpPr>
        <p:sp>
          <p:nvSpPr>
            <p:cNvPr id="6" name="TextBox 5">
              <a:extLst>
                <a:ext uri="{FF2B5EF4-FFF2-40B4-BE49-F238E27FC236}">
                  <a16:creationId xmlns:a16="http://schemas.microsoft.com/office/drawing/2014/main" id="{0756BB63-DBB3-4BA5-F122-89C6776F6347}"/>
                </a:ext>
              </a:extLst>
            </p:cNvPr>
            <p:cNvSpPr txBox="1"/>
            <p:nvPr/>
          </p:nvSpPr>
          <p:spPr>
            <a:xfrm>
              <a:off x="-5548264" y="182920"/>
              <a:ext cx="1776277" cy="1200329"/>
            </a:xfrm>
            <a:prstGeom prst="rect">
              <a:avLst/>
            </a:prstGeom>
            <a:noFill/>
          </p:spPr>
          <p:txBody>
            <a:bodyPr wrap="square" lIns="108000" rIns="108000" rtlCol="0">
              <a:spAutoFit/>
            </a:bodyPr>
            <a:lstStyle/>
            <a:p>
              <a:pPr algn="r" defTabSz="941832">
                <a:spcAft>
                  <a:spcPts val="600"/>
                </a:spcAft>
              </a:pPr>
              <a:r>
                <a:rPr lang="en-US" altLang="ko-KR" sz="7416" b="1" kern="1200" dirty="0">
                  <a:solidFill>
                    <a:schemeClr val="accent1">
                      <a:alpha val="40000"/>
                    </a:schemeClr>
                  </a:solidFill>
                  <a:latin typeface="+mn-lt"/>
                  <a:ea typeface="+mn-ea"/>
                  <a:cs typeface="Arial" pitchFamily="34" charset="0"/>
                </a:rPr>
                <a:t>10</a:t>
              </a:r>
              <a:endParaRPr lang="ko-KR" altLang="en-US" sz="7200" b="1" dirty="0">
                <a:solidFill>
                  <a:schemeClr val="accent1">
                    <a:alpha val="40000"/>
                  </a:schemeClr>
                </a:solidFill>
                <a:cs typeface="Arial" pitchFamily="34" charset="0"/>
              </a:endParaRPr>
            </a:p>
          </p:txBody>
        </p:sp>
        <p:sp>
          <p:nvSpPr>
            <p:cNvPr id="9" name="TextBox 8">
              <a:extLst>
                <a:ext uri="{FF2B5EF4-FFF2-40B4-BE49-F238E27FC236}">
                  <a16:creationId xmlns:a16="http://schemas.microsoft.com/office/drawing/2014/main" id="{A5840A76-6944-D3CE-BF3A-491D05F226C0}"/>
                </a:ext>
              </a:extLst>
            </p:cNvPr>
            <p:cNvSpPr txBox="1"/>
            <p:nvPr/>
          </p:nvSpPr>
          <p:spPr>
            <a:xfrm>
              <a:off x="-3771987" y="182919"/>
              <a:ext cx="3647840" cy="1200329"/>
            </a:xfrm>
            <a:prstGeom prst="rect">
              <a:avLst/>
            </a:prstGeom>
            <a:noFill/>
          </p:spPr>
          <p:txBody>
            <a:bodyPr wrap="square" rtlCol="0" anchor="ctr">
              <a:spAutoFit/>
            </a:bodyPr>
            <a:lstStyle/>
            <a:p>
              <a:pPr marL="176603" indent="-176603" defTabSz="941832">
                <a:spcAft>
                  <a:spcPts val="600"/>
                </a:spcAft>
                <a:buFont typeface="Wingdings" panose="05000000000000000000" pitchFamily="2" charset="2"/>
                <a:buChar char="Ø"/>
              </a:pPr>
              <a:r>
                <a:rPr lang="en-US" altLang="ko-KR" sz="1236" kern="1200" dirty="0">
                  <a:solidFill>
                    <a:schemeClr val="bg1"/>
                  </a:solidFill>
                  <a:latin typeface="+mn-lt"/>
                  <a:ea typeface="+mn-ea"/>
                  <a:cs typeface="Arial" pitchFamily="34" charset="0"/>
                </a:rPr>
                <a:t> </a:t>
              </a:r>
              <a:r>
                <a:rPr lang="en-US" sz="1236" kern="1200" dirty="0">
                  <a:solidFill>
                    <a:schemeClr val="bg1"/>
                  </a:solidFill>
                  <a:latin typeface="Arial"/>
                  <a:ea typeface="+mn-ea"/>
                  <a:cs typeface="+mn-cs"/>
                </a:rPr>
                <a:t>Capture HTTP Credentials.</a:t>
              </a:r>
            </a:p>
            <a:p>
              <a:pPr marL="176603" indent="-176603" defTabSz="941832">
                <a:spcAft>
                  <a:spcPts val="600"/>
                </a:spcAft>
                <a:buFont typeface="Wingdings" panose="05000000000000000000" pitchFamily="2" charset="2"/>
                <a:buChar char="Ø"/>
              </a:pPr>
              <a:r>
                <a:rPr lang="en-US" sz="1236" kern="1200" dirty="0">
                  <a:solidFill>
                    <a:schemeClr val="bg1"/>
                  </a:solidFill>
                  <a:latin typeface="Arial"/>
                  <a:ea typeface="+mn-ea"/>
                  <a:cs typeface="+mn-cs"/>
                </a:rPr>
                <a:t> If the victim goes in to any unsecured (HTTP) website, you can spy. In Wireshark, find the filter bar and type: 'http’ . Press Enter to filter requests. The list below will show the sites on HTTP connections.</a:t>
              </a:r>
              <a:endParaRPr lang="en-US" sz="1200" dirty="0">
                <a:solidFill>
                  <a:schemeClr val="bg1"/>
                </a:solidFill>
                <a:latin typeface="Arial"/>
              </a:endParaRPr>
            </a:p>
          </p:txBody>
        </p:sp>
      </p:grpSp>
    </p:spTree>
    <p:extLst>
      <p:ext uri="{BB962C8B-B14F-4D97-AF65-F5344CB8AC3E}">
        <p14:creationId xmlns:p14="http://schemas.microsoft.com/office/powerpoint/2010/main" val="6405434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a:extLst>
            <a:ext uri="{FF2B5EF4-FFF2-40B4-BE49-F238E27FC236}">
              <a16:creationId xmlns:a16="http://schemas.microsoft.com/office/drawing/2014/main" id="{E5B884B5-7819-C91A-B97C-BC8F188703DD}"/>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A169D286-F4D7-4C8B-A6BD-D05384C7F1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6">
            <a:extLst>
              <a:ext uri="{FF2B5EF4-FFF2-40B4-BE49-F238E27FC236}">
                <a16:creationId xmlns:a16="http://schemas.microsoft.com/office/drawing/2014/main" id="{39E8235E-135E-4261-8F54-2B316E493C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2164" y="610728"/>
            <a:ext cx="759618" cy="5710965"/>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7" name="Freeform 7">
            <a:extLst>
              <a:ext uri="{FF2B5EF4-FFF2-40B4-BE49-F238E27FC236}">
                <a16:creationId xmlns:a16="http://schemas.microsoft.com/office/drawing/2014/main" id="{D4ED8EC3-4D57-4620-93CE-4E6661F09A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4437" y="343079"/>
            <a:ext cx="482654" cy="5521414"/>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Shape 28">
            <a:extLst>
              <a:ext uri="{FF2B5EF4-FFF2-40B4-BE49-F238E27FC236}">
                <a16:creationId xmlns:a16="http://schemas.microsoft.com/office/drawing/2014/main" id="{83BCB34A-2F40-4F41-8488-A134C1C155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5" y="340424"/>
            <a:ext cx="4630139" cy="5265795"/>
          </a:xfrm>
          <a:custGeom>
            <a:avLst/>
            <a:gdLst>
              <a:gd name="connsiteX0" fmla="*/ 0 w 4630139"/>
              <a:gd name="connsiteY0" fmla="*/ 0 h 5265795"/>
              <a:gd name="connsiteX1" fmla="*/ 4630139 w 4630139"/>
              <a:gd name="connsiteY1" fmla="*/ 0 h 5265795"/>
              <a:gd name="connsiteX2" fmla="*/ 4630139 w 4630139"/>
              <a:gd name="connsiteY2" fmla="*/ 5265795 h 5265795"/>
              <a:gd name="connsiteX3" fmla="*/ 0 w 4630139"/>
              <a:gd name="connsiteY3" fmla="*/ 5265795 h 5265795"/>
            </a:gdLst>
            <a:ahLst/>
            <a:cxnLst>
              <a:cxn ang="0">
                <a:pos x="connsiteX0" y="connsiteY0"/>
              </a:cxn>
              <a:cxn ang="0">
                <a:pos x="connsiteX1" y="connsiteY1"/>
              </a:cxn>
              <a:cxn ang="0">
                <a:pos x="connsiteX2" y="connsiteY2"/>
              </a:cxn>
              <a:cxn ang="0">
                <a:pos x="connsiteX3" y="connsiteY3"/>
              </a:cxn>
            </a:cxnLst>
            <a:rect l="l" t="t" r="r" b="b"/>
            <a:pathLst>
              <a:path w="4630139" h="5265795">
                <a:moveTo>
                  <a:pt x="0" y="0"/>
                </a:moveTo>
                <a:lnTo>
                  <a:pt x="4630139" y="0"/>
                </a:lnTo>
                <a:lnTo>
                  <a:pt x="4630139" y="5265795"/>
                </a:lnTo>
                <a:lnTo>
                  <a:pt x="0" y="5265795"/>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Freeform: Shape 30">
            <a:extLst>
              <a:ext uri="{FF2B5EF4-FFF2-40B4-BE49-F238E27FC236}">
                <a16:creationId xmlns:a16="http://schemas.microsoft.com/office/drawing/2014/main" id="{F78382DC-4207-465E-B379-1E16448AA2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1780" y="1071563"/>
            <a:ext cx="7290218" cy="5242298"/>
          </a:xfrm>
          <a:custGeom>
            <a:avLst/>
            <a:gdLst>
              <a:gd name="connsiteX0" fmla="*/ 0 w 7290218"/>
              <a:gd name="connsiteY0" fmla="*/ 0 h 5242298"/>
              <a:gd name="connsiteX1" fmla="*/ 7290218 w 7290218"/>
              <a:gd name="connsiteY1" fmla="*/ 0 h 5242298"/>
              <a:gd name="connsiteX2" fmla="*/ 7290218 w 7290218"/>
              <a:gd name="connsiteY2" fmla="*/ 5242298 h 5242298"/>
              <a:gd name="connsiteX3" fmla="*/ 0 w 7290218"/>
              <a:gd name="connsiteY3" fmla="*/ 5242298 h 5242298"/>
            </a:gdLst>
            <a:ahLst/>
            <a:cxnLst>
              <a:cxn ang="0">
                <a:pos x="connsiteX0" y="connsiteY0"/>
              </a:cxn>
              <a:cxn ang="0">
                <a:pos x="connsiteX1" y="connsiteY1"/>
              </a:cxn>
              <a:cxn ang="0">
                <a:pos x="connsiteX2" y="connsiteY2"/>
              </a:cxn>
              <a:cxn ang="0">
                <a:pos x="connsiteX3" y="connsiteY3"/>
              </a:cxn>
            </a:cxnLst>
            <a:rect l="l" t="t" r="r" b="b"/>
            <a:pathLst>
              <a:path w="7290218" h="5242298">
                <a:moveTo>
                  <a:pt x="0" y="0"/>
                </a:moveTo>
                <a:lnTo>
                  <a:pt x="7290218" y="0"/>
                </a:lnTo>
                <a:lnTo>
                  <a:pt x="7290218" y="5242298"/>
                </a:lnTo>
                <a:lnTo>
                  <a:pt x="0" y="5242298"/>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5" name="Group 4">
            <a:extLst>
              <a:ext uri="{FF2B5EF4-FFF2-40B4-BE49-F238E27FC236}">
                <a16:creationId xmlns:a16="http://schemas.microsoft.com/office/drawing/2014/main" id="{649F12B9-8143-3D69-4509-31EDD49D4814}"/>
              </a:ext>
            </a:extLst>
          </p:cNvPr>
          <p:cNvGrpSpPr/>
          <p:nvPr/>
        </p:nvGrpSpPr>
        <p:grpSpPr>
          <a:xfrm>
            <a:off x="73746" y="1755582"/>
            <a:ext cx="4553345" cy="3152048"/>
            <a:chOff x="-5548264" y="182920"/>
            <a:chExt cx="4102140" cy="2260939"/>
          </a:xfrm>
        </p:grpSpPr>
        <p:sp>
          <p:nvSpPr>
            <p:cNvPr id="6" name="TextBox 5">
              <a:extLst>
                <a:ext uri="{FF2B5EF4-FFF2-40B4-BE49-F238E27FC236}">
                  <a16:creationId xmlns:a16="http://schemas.microsoft.com/office/drawing/2014/main" id="{A19786A0-238D-B667-A76F-658339057E4A}"/>
                </a:ext>
              </a:extLst>
            </p:cNvPr>
            <p:cNvSpPr txBox="1"/>
            <p:nvPr/>
          </p:nvSpPr>
          <p:spPr>
            <a:xfrm>
              <a:off x="-5548264" y="182920"/>
              <a:ext cx="1776277" cy="1200329"/>
            </a:xfrm>
            <a:prstGeom prst="rect">
              <a:avLst/>
            </a:prstGeom>
            <a:noFill/>
          </p:spPr>
          <p:txBody>
            <a:bodyPr wrap="square" lIns="108000" rIns="108000" rtlCol="0">
              <a:spAutoFit/>
            </a:bodyPr>
            <a:lstStyle/>
            <a:p>
              <a:pPr algn="r" defTabSz="1271473">
                <a:spcAft>
                  <a:spcPts val="810"/>
                </a:spcAft>
              </a:pPr>
              <a:r>
                <a:rPr lang="en-US" altLang="ko-KR" sz="10012" b="1" kern="1200" dirty="0">
                  <a:solidFill>
                    <a:srgbClr val="001741"/>
                  </a:solidFill>
                  <a:latin typeface="+mn-lt"/>
                  <a:ea typeface="+mn-ea"/>
                  <a:cs typeface="Arial" pitchFamily="34" charset="0"/>
                </a:rPr>
                <a:t>11</a:t>
              </a:r>
              <a:endParaRPr lang="ko-KR" altLang="en-US" sz="7200" b="1" dirty="0">
                <a:solidFill>
                  <a:schemeClr val="accent1">
                    <a:alpha val="40000"/>
                  </a:schemeClr>
                </a:solidFill>
                <a:cs typeface="Arial" pitchFamily="34" charset="0"/>
              </a:endParaRPr>
            </a:p>
          </p:txBody>
        </p:sp>
        <p:sp>
          <p:nvSpPr>
            <p:cNvPr id="9" name="TextBox 8">
              <a:extLst>
                <a:ext uri="{FF2B5EF4-FFF2-40B4-BE49-F238E27FC236}">
                  <a16:creationId xmlns:a16="http://schemas.microsoft.com/office/drawing/2014/main" id="{FB1436C0-2C2C-7929-6A67-22339B9FED41}"/>
                </a:ext>
              </a:extLst>
            </p:cNvPr>
            <p:cNvSpPr txBox="1"/>
            <p:nvPr/>
          </p:nvSpPr>
          <p:spPr>
            <a:xfrm>
              <a:off x="-3771987" y="376021"/>
              <a:ext cx="2325863" cy="2067838"/>
            </a:xfrm>
            <a:prstGeom prst="rect">
              <a:avLst/>
            </a:prstGeom>
            <a:noFill/>
          </p:spPr>
          <p:txBody>
            <a:bodyPr wrap="square" rtlCol="0" anchor="ctr">
              <a:spAutoFit/>
            </a:bodyPr>
            <a:lstStyle/>
            <a:p>
              <a:pPr marL="238414" indent="-238414" defTabSz="1271473">
                <a:spcAft>
                  <a:spcPts val="810"/>
                </a:spcAft>
                <a:buFont typeface="Wingdings" panose="05000000000000000000" pitchFamily="2" charset="2"/>
                <a:buChar char="Ø"/>
              </a:pPr>
              <a:r>
                <a:rPr lang="en-US" altLang="ko-KR" sz="1669" kern="1200" dirty="0">
                  <a:solidFill>
                    <a:srgbClr val="181818"/>
                  </a:solidFill>
                  <a:latin typeface="+mn-lt"/>
                  <a:ea typeface="+mn-ea"/>
                  <a:cs typeface="Arial" pitchFamily="34" charset="0"/>
                </a:rPr>
                <a:t> </a:t>
              </a:r>
              <a:r>
                <a:rPr lang="en-US" sz="1800" dirty="0">
                  <a:solidFill>
                    <a:schemeClr val="tx2">
                      <a:lumMod val="50000"/>
                    </a:schemeClr>
                  </a:solidFill>
                  <a:latin typeface="Arial"/>
                </a:rPr>
                <a:t>Capture HTTP Credentials</a:t>
              </a:r>
              <a:endParaRPr lang="en-US" sz="1200" dirty="0">
                <a:solidFill>
                  <a:schemeClr val="tx2">
                    <a:lumMod val="50000"/>
                  </a:schemeClr>
                </a:solidFill>
                <a:latin typeface="Arial"/>
              </a:endParaRPr>
            </a:p>
            <a:p>
              <a:pPr marL="238414" indent="-238414" defTabSz="1271473">
                <a:spcAft>
                  <a:spcPts val="810"/>
                </a:spcAft>
                <a:buFont typeface="Wingdings" panose="05000000000000000000" pitchFamily="2" charset="2"/>
                <a:buChar char="Ø"/>
              </a:pPr>
              <a:r>
                <a:rPr lang="en-US" sz="1200" dirty="0">
                  <a:latin typeface="Arial"/>
                </a:rPr>
                <a:t>If the victim logs in to any unsecured (HTTP) website, you can capture their credentials. In the </a:t>
              </a:r>
              <a:r>
                <a:rPr lang="en-US" sz="1200" dirty="0" err="1">
                  <a:latin typeface="Arial"/>
                </a:rPr>
                <a:t>filterbar</a:t>
              </a:r>
              <a:r>
                <a:rPr lang="en-US" sz="1200" dirty="0">
                  <a:latin typeface="Arial"/>
                </a:rPr>
                <a:t> and type: '</a:t>
              </a:r>
              <a:r>
                <a:rPr lang="en-US" sz="1200" dirty="0" err="1">
                  <a:latin typeface="Arial"/>
                </a:rPr>
                <a:t>http.request.method</a:t>
              </a:r>
              <a:r>
                <a:rPr lang="en-US" sz="1200" dirty="0">
                  <a:latin typeface="Arial"/>
                </a:rPr>
                <a:t>==POST'. Press Enter to filter login requests. The list below will show the sites the victim logged into on HTTP connections.</a:t>
              </a:r>
            </a:p>
            <a:p>
              <a:pPr indent="0"/>
              <a:endParaRPr lang="en-US" sz="1200" dirty="0">
                <a:latin typeface="Arial"/>
              </a:endParaRPr>
            </a:p>
            <a:p>
              <a:pPr marL="238414" indent="-238414" defTabSz="1271473">
                <a:spcAft>
                  <a:spcPts val="810"/>
                </a:spcAft>
                <a:buFont typeface="Wingdings" panose="05000000000000000000" pitchFamily="2" charset="2"/>
                <a:buChar char="Ø"/>
              </a:pPr>
              <a:endParaRPr lang="en-US" sz="1200" dirty="0">
                <a:solidFill>
                  <a:schemeClr val="bg1"/>
                </a:solidFill>
                <a:latin typeface="Arial"/>
              </a:endParaRPr>
            </a:p>
          </p:txBody>
        </p:sp>
      </p:grpSp>
      <p:pic>
        <p:nvPicPr>
          <p:cNvPr id="2" name="Picture 1">
            <a:extLst>
              <a:ext uri="{FF2B5EF4-FFF2-40B4-BE49-F238E27FC236}">
                <a16:creationId xmlns:a16="http://schemas.microsoft.com/office/drawing/2014/main" id="{38294E22-DF24-9BC1-3527-BBA1D6B0CB09}"/>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94514" y="1357221"/>
            <a:ext cx="7291409" cy="4100150"/>
          </a:xfrm>
          <a:prstGeom prst="rect">
            <a:avLst/>
          </a:prstGeom>
          <a:noFill/>
          <a:ln>
            <a:noFill/>
          </a:ln>
        </p:spPr>
      </p:pic>
    </p:spTree>
    <p:extLst>
      <p:ext uri="{BB962C8B-B14F-4D97-AF65-F5344CB8AC3E}">
        <p14:creationId xmlns:p14="http://schemas.microsoft.com/office/powerpoint/2010/main" val="8219909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lumMod val="10000"/>
          </a:schemeClr>
        </a:solidFill>
        <a:effectLst/>
      </p:bgPr>
    </p:bg>
    <p:spTree>
      <p:nvGrpSpPr>
        <p:cNvPr id="1" name="">
          <a:extLst>
            <a:ext uri="{FF2B5EF4-FFF2-40B4-BE49-F238E27FC236}">
              <a16:creationId xmlns:a16="http://schemas.microsoft.com/office/drawing/2014/main" id="{5F605BC6-7CB6-F8A5-3EC8-448F2DF4D71E}"/>
            </a:ext>
          </a:extLst>
        </p:cNvPr>
        <p:cNvGrpSpPr/>
        <p:nvPr/>
      </p:nvGrpSpPr>
      <p:grpSpPr>
        <a:xfrm>
          <a:off x="0" y="0"/>
          <a:ext cx="0" cy="0"/>
          <a:chOff x="0" y="0"/>
          <a:chExt cx="0" cy="0"/>
        </a:xfrm>
      </p:grpSpPr>
      <p:sp>
        <p:nvSpPr>
          <p:cNvPr id="36" name="Rectangle 35">
            <a:extLst>
              <a:ext uri="{FF2B5EF4-FFF2-40B4-BE49-F238E27FC236}">
                <a16:creationId xmlns:a16="http://schemas.microsoft.com/office/drawing/2014/main" id="{9E90EB45-EEE9-4563-8179-65EF62AE09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4E4E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23D0EF74-AD1E-4FD9-914D-8EC9058EBB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no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6BF6D1AF-8E75-6317-29A6-7088DD124304}"/>
              </a:ext>
            </a:extLst>
          </p:cNvPr>
          <p:cNvGrpSpPr/>
          <p:nvPr/>
        </p:nvGrpSpPr>
        <p:grpSpPr>
          <a:xfrm>
            <a:off x="6176434" y="836366"/>
            <a:ext cx="5372099" cy="2592634"/>
            <a:chOff x="-5548264" y="182920"/>
            <a:chExt cx="4102140" cy="1576245"/>
          </a:xfrm>
        </p:grpSpPr>
        <p:sp>
          <p:nvSpPr>
            <p:cNvPr id="6" name="TextBox 5">
              <a:extLst>
                <a:ext uri="{FF2B5EF4-FFF2-40B4-BE49-F238E27FC236}">
                  <a16:creationId xmlns:a16="http://schemas.microsoft.com/office/drawing/2014/main" id="{3A24A1B5-0D28-D07D-2EF9-EF975EDB19B0}"/>
                </a:ext>
              </a:extLst>
            </p:cNvPr>
            <p:cNvSpPr txBox="1"/>
            <p:nvPr/>
          </p:nvSpPr>
          <p:spPr>
            <a:xfrm>
              <a:off x="-5548264" y="182920"/>
              <a:ext cx="1776277" cy="1200329"/>
            </a:xfrm>
            <a:prstGeom prst="rect">
              <a:avLst/>
            </a:prstGeom>
            <a:noFill/>
          </p:spPr>
          <p:txBody>
            <a:bodyPr wrap="square" lIns="108000" rIns="108000" rtlCol="0">
              <a:spAutoFit/>
            </a:bodyPr>
            <a:lstStyle/>
            <a:p>
              <a:pPr algn="r" defTabSz="1487623">
                <a:spcAft>
                  <a:spcPts val="948"/>
                </a:spcAft>
              </a:pPr>
              <a:r>
                <a:rPr lang="en-US" altLang="ko-KR" sz="11714" b="1" kern="1200" dirty="0">
                  <a:solidFill>
                    <a:srgbClr val="E3EDFF"/>
                  </a:solidFill>
                  <a:latin typeface="+mn-lt"/>
                  <a:ea typeface="+mn-ea"/>
                  <a:cs typeface="Arial" pitchFamily="34" charset="0"/>
                </a:rPr>
                <a:t>12</a:t>
              </a:r>
              <a:endParaRPr lang="ko-KR" altLang="en-US" sz="7200" b="1" dirty="0">
                <a:solidFill>
                  <a:schemeClr val="accent1">
                    <a:alpha val="40000"/>
                  </a:schemeClr>
                </a:solidFill>
                <a:cs typeface="Arial" pitchFamily="34" charset="0"/>
              </a:endParaRPr>
            </a:p>
          </p:txBody>
        </p:sp>
        <p:sp>
          <p:nvSpPr>
            <p:cNvPr id="9" name="TextBox 8">
              <a:extLst>
                <a:ext uri="{FF2B5EF4-FFF2-40B4-BE49-F238E27FC236}">
                  <a16:creationId xmlns:a16="http://schemas.microsoft.com/office/drawing/2014/main" id="{9DA43FEA-F2BC-FEC1-FE95-F13F11C70F16}"/>
                </a:ext>
              </a:extLst>
            </p:cNvPr>
            <p:cNvSpPr txBox="1"/>
            <p:nvPr/>
          </p:nvSpPr>
          <p:spPr>
            <a:xfrm>
              <a:off x="-3771987" y="353623"/>
              <a:ext cx="2325863" cy="1405542"/>
            </a:xfrm>
            <a:prstGeom prst="rect">
              <a:avLst/>
            </a:prstGeom>
            <a:noFill/>
          </p:spPr>
          <p:txBody>
            <a:bodyPr wrap="square" rtlCol="0" anchor="ctr">
              <a:spAutoFit/>
            </a:bodyPr>
            <a:lstStyle/>
            <a:p>
              <a:pPr marL="278944" indent="-278944" defTabSz="1487623">
                <a:spcAft>
                  <a:spcPts val="948"/>
                </a:spcAft>
                <a:buFont typeface="Wingdings" panose="05000000000000000000" pitchFamily="2" charset="2"/>
                <a:buChar char="Ø"/>
              </a:pPr>
              <a:r>
                <a:rPr lang="en-US" altLang="ko-KR" sz="1953" kern="1200" dirty="0">
                  <a:solidFill>
                    <a:srgbClr val="EDEDED"/>
                  </a:solidFill>
                  <a:latin typeface="+mn-lt"/>
                  <a:ea typeface="+mn-ea"/>
                  <a:cs typeface="Arial" pitchFamily="34" charset="0"/>
                </a:rPr>
                <a:t> </a:t>
              </a:r>
              <a:r>
                <a:rPr lang="en-US" sz="2106" kern="1200" dirty="0">
                  <a:solidFill>
                    <a:srgbClr val="EDEDED"/>
                  </a:solidFill>
                  <a:latin typeface="Arial"/>
                  <a:ea typeface="+mn-ea"/>
                  <a:cs typeface="+mn-cs"/>
                </a:rPr>
                <a:t>Extract Usernames and Passwords </a:t>
              </a:r>
            </a:p>
            <a:p>
              <a:pPr marL="278944" indent="-278944" defTabSz="1487623">
                <a:spcAft>
                  <a:spcPts val="948"/>
                </a:spcAft>
                <a:buFont typeface="Wingdings" panose="05000000000000000000" pitchFamily="2" charset="2"/>
                <a:buChar char="Ø"/>
              </a:pPr>
              <a:r>
                <a:rPr lang="en-US" sz="1404" kern="1200" dirty="0">
                  <a:solidFill>
                    <a:srgbClr val="EDEDED"/>
                  </a:solidFill>
                  <a:latin typeface="Arial"/>
                  <a:ea typeface="+mn-ea"/>
                  <a:cs typeface="+mn-cs"/>
                </a:rPr>
                <a:t>Click on any listed site. If you’re unsure what to do, scroll to the last line of the HTTP request packet. You should find the username and password there.</a:t>
              </a:r>
            </a:p>
            <a:p>
              <a:pPr marL="238414" indent="-238414" defTabSz="1271473">
                <a:spcAft>
                  <a:spcPts val="810"/>
                </a:spcAft>
                <a:buFont typeface="Wingdings" panose="05000000000000000000" pitchFamily="2" charset="2"/>
                <a:buChar char="Ø"/>
              </a:pPr>
              <a:endParaRPr lang="en-US" sz="1200" dirty="0">
                <a:solidFill>
                  <a:schemeClr val="bg1"/>
                </a:solidFill>
                <a:latin typeface="Arial"/>
              </a:endParaRPr>
            </a:p>
          </p:txBody>
        </p:sp>
      </p:grpSp>
      <p:pic>
        <p:nvPicPr>
          <p:cNvPr id="3" name="Picture 2">
            <a:extLst>
              <a:ext uri="{FF2B5EF4-FFF2-40B4-BE49-F238E27FC236}">
                <a16:creationId xmlns:a16="http://schemas.microsoft.com/office/drawing/2014/main" id="{4D00B88C-4C8B-C599-6DEB-271C1080BFC2}"/>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3466" y="2397260"/>
            <a:ext cx="6773333" cy="3808877"/>
          </a:xfrm>
          <a:prstGeom prst="rect">
            <a:avLst/>
          </a:prstGeom>
          <a:noFill/>
          <a:ln>
            <a:noFill/>
          </a:ln>
        </p:spPr>
      </p:pic>
    </p:spTree>
    <p:extLst>
      <p:ext uri="{BB962C8B-B14F-4D97-AF65-F5344CB8AC3E}">
        <p14:creationId xmlns:p14="http://schemas.microsoft.com/office/powerpoint/2010/main" val="4430424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87952A8-EA21-418A-B242-1761A401F028}"/>
              </a:ext>
            </a:extLst>
          </p:cNvPr>
          <p:cNvSpPr txBox="1"/>
          <p:nvPr/>
        </p:nvSpPr>
        <p:spPr>
          <a:xfrm>
            <a:off x="6819737" y="4910257"/>
            <a:ext cx="4792987" cy="830997"/>
          </a:xfrm>
          <a:prstGeom prst="rect">
            <a:avLst/>
          </a:prstGeom>
          <a:noFill/>
        </p:spPr>
        <p:txBody>
          <a:bodyPr wrap="square" rtlCol="0" anchor="ctr">
            <a:spAutoFit/>
          </a:bodyPr>
          <a:lstStyle/>
          <a:p>
            <a:pPr algn="r"/>
            <a:r>
              <a:rPr lang="en-GB" altLang="ko-KR" sz="1200" dirty="0">
                <a:solidFill>
                  <a:srgbClr val="AAA591"/>
                </a:solidFill>
                <a:cs typeface="Arial" pitchFamily="34" charset="0"/>
              </a:rPr>
              <a:t>TALAL NAFEES 19</a:t>
            </a:r>
          </a:p>
          <a:p>
            <a:pPr algn="r"/>
            <a:r>
              <a:rPr lang="en-GB" altLang="ko-KR" sz="1200" dirty="0">
                <a:solidFill>
                  <a:srgbClr val="AAA591"/>
                </a:solidFill>
                <a:cs typeface="Arial" pitchFamily="34" charset="0"/>
              </a:rPr>
              <a:t>MUNEEB NASIR 10</a:t>
            </a:r>
          </a:p>
          <a:p>
            <a:pPr algn="r"/>
            <a:r>
              <a:rPr lang="en-GB" altLang="ko-KR" sz="1200" dirty="0">
                <a:solidFill>
                  <a:srgbClr val="AAA591"/>
                </a:solidFill>
                <a:cs typeface="Arial" pitchFamily="34" charset="0"/>
              </a:rPr>
              <a:t>MUHAMMAD IRTISAM 06</a:t>
            </a:r>
          </a:p>
          <a:p>
            <a:pPr algn="r"/>
            <a:r>
              <a:rPr lang="en-GB" altLang="ko-KR" sz="1200" dirty="0">
                <a:solidFill>
                  <a:srgbClr val="AAA591"/>
                </a:solidFill>
                <a:cs typeface="Arial" pitchFamily="34" charset="0"/>
              </a:rPr>
              <a:t>MUHAMMAD UMER 05</a:t>
            </a:r>
            <a:r>
              <a:rPr lang="en-US" altLang="ko-KR" sz="1200" dirty="0">
                <a:solidFill>
                  <a:srgbClr val="AAA591"/>
                </a:solidFill>
                <a:cs typeface="Arial" pitchFamily="34" charset="0"/>
              </a:rPr>
              <a:t>.</a:t>
            </a:r>
            <a:endParaRPr lang="ko-KR" altLang="en-US" sz="1200" dirty="0">
              <a:solidFill>
                <a:srgbClr val="AAA591"/>
              </a:solidFill>
              <a:cs typeface="Arial" pitchFamily="34" charset="0"/>
            </a:endParaRPr>
          </a:p>
        </p:txBody>
      </p:sp>
      <p:sp>
        <p:nvSpPr>
          <p:cNvPr id="6" name="TextBox 5">
            <a:extLst>
              <a:ext uri="{FF2B5EF4-FFF2-40B4-BE49-F238E27FC236}">
                <a16:creationId xmlns:a16="http://schemas.microsoft.com/office/drawing/2014/main" id="{1175660C-A2BC-4136-B457-4ED81D5CD4EE}"/>
              </a:ext>
            </a:extLst>
          </p:cNvPr>
          <p:cNvSpPr txBox="1"/>
          <p:nvPr/>
        </p:nvSpPr>
        <p:spPr>
          <a:xfrm>
            <a:off x="6819737" y="4542943"/>
            <a:ext cx="4792987" cy="400110"/>
          </a:xfrm>
          <a:prstGeom prst="rect">
            <a:avLst/>
          </a:prstGeom>
          <a:noFill/>
        </p:spPr>
        <p:txBody>
          <a:bodyPr wrap="square" rtlCol="0" anchor="ctr">
            <a:spAutoFit/>
          </a:bodyPr>
          <a:lstStyle/>
          <a:p>
            <a:pPr algn="r"/>
            <a:r>
              <a:rPr lang="en-US" altLang="ko-KR" sz="2000" dirty="0">
                <a:solidFill>
                  <a:srgbClr val="515F70"/>
                </a:solidFill>
                <a:cs typeface="Arial" pitchFamily="34" charset="0"/>
              </a:rPr>
              <a:t>GROUP MEMBERS:</a:t>
            </a:r>
            <a:endParaRPr lang="ko-KR" altLang="en-US" sz="2000" dirty="0">
              <a:solidFill>
                <a:srgbClr val="515F70"/>
              </a:solidFill>
              <a:cs typeface="Arial" pitchFamily="34" charset="0"/>
            </a:endParaRPr>
          </a:p>
        </p:txBody>
      </p:sp>
      <p:sp>
        <p:nvSpPr>
          <p:cNvPr id="7" name="TextBox 6">
            <a:extLst>
              <a:ext uri="{FF2B5EF4-FFF2-40B4-BE49-F238E27FC236}">
                <a16:creationId xmlns:a16="http://schemas.microsoft.com/office/drawing/2014/main" id="{164726B5-1457-4EF4-AABF-DAD8CB54FDCE}"/>
              </a:ext>
            </a:extLst>
          </p:cNvPr>
          <p:cNvSpPr txBox="1"/>
          <p:nvPr/>
        </p:nvSpPr>
        <p:spPr>
          <a:xfrm rot="21014494">
            <a:off x="3566165" y="1879389"/>
            <a:ext cx="6650502" cy="2800767"/>
          </a:xfrm>
          <a:custGeom>
            <a:avLst/>
            <a:gdLst>
              <a:gd name="connsiteX0" fmla="*/ 0 w 7685789"/>
              <a:gd name="connsiteY0" fmla="*/ 0 h 2800767"/>
              <a:gd name="connsiteX1" fmla="*/ 7685789 w 7685789"/>
              <a:gd name="connsiteY1" fmla="*/ 0 h 2800767"/>
              <a:gd name="connsiteX2" fmla="*/ 7685789 w 7685789"/>
              <a:gd name="connsiteY2" fmla="*/ 2800767 h 2800767"/>
              <a:gd name="connsiteX3" fmla="*/ 0 w 7685789"/>
              <a:gd name="connsiteY3" fmla="*/ 2800767 h 2800767"/>
              <a:gd name="connsiteX4" fmla="*/ 0 w 7685789"/>
              <a:gd name="connsiteY4" fmla="*/ 0 h 2800767"/>
              <a:gd name="connsiteX0" fmla="*/ 0 w 7685789"/>
              <a:gd name="connsiteY0" fmla="*/ 0 h 2800767"/>
              <a:gd name="connsiteX1" fmla="*/ 7685789 w 7685789"/>
              <a:gd name="connsiteY1" fmla="*/ 0 h 2800767"/>
              <a:gd name="connsiteX2" fmla="*/ 7685789 w 7685789"/>
              <a:gd name="connsiteY2" fmla="*/ 2800767 h 2800767"/>
              <a:gd name="connsiteX3" fmla="*/ 320804 w 7685789"/>
              <a:gd name="connsiteY3" fmla="*/ 2134298 h 2800767"/>
              <a:gd name="connsiteX4" fmla="*/ 0 w 7685789"/>
              <a:gd name="connsiteY4" fmla="*/ 0 h 2800767"/>
              <a:gd name="connsiteX0" fmla="*/ 0 w 7685789"/>
              <a:gd name="connsiteY0" fmla="*/ 0 h 3113359"/>
              <a:gd name="connsiteX1" fmla="*/ 7685789 w 7685789"/>
              <a:gd name="connsiteY1" fmla="*/ 0 h 3113359"/>
              <a:gd name="connsiteX2" fmla="*/ 6763114 w 7685789"/>
              <a:gd name="connsiteY2" fmla="*/ 3113359 h 3113359"/>
              <a:gd name="connsiteX3" fmla="*/ 320804 w 7685789"/>
              <a:gd name="connsiteY3" fmla="*/ 2134298 h 3113359"/>
              <a:gd name="connsiteX4" fmla="*/ 0 w 7685789"/>
              <a:gd name="connsiteY4" fmla="*/ 0 h 3113359"/>
              <a:gd name="connsiteX0" fmla="*/ 331995 w 7364985"/>
              <a:gd name="connsiteY0" fmla="*/ 657182 h 3113359"/>
              <a:gd name="connsiteX1" fmla="*/ 7364985 w 7364985"/>
              <a:gd name="connsiteY1" fmla="*/ 0 h 3113359"/>
              <a:gd name="connsiteX2" fmla="*/ 6442310 w 7364985"/>
              <a:gd name="connsiteY2" fmla="*/ 3113359 h 3113359"/>
              <a:gd name="connsiteX3" fmla="*/ 0 w 7364985"/>
              <a:gd name="connsiteY3" fmla="*/ 2134298 h 3113359"/>
              <a:gd name="connsiteX4" fmla="*/ 331995 w 7364985"/>
              <a:gd name="connsiteY4" fmla="*/ 657182 h 3113359"/>
              <a:gd name="connsiteX0" fmla="*/ 0 w 7032990"/>
              <a:gd name="connsiteY0" fmla="*/ 657182 h 3113359"/>
              <a:gd name="connsiteX1" fmla="*/ 7032990 w 7032990"/>
              <a:gd name="connsiteY1" fmla="*/ 0 h 3113359"/>
              <a:gd name="connsiteX2" fmla="*/ 6110315 w 7032990"/>
              <a:gd name="connsiteY2" fmla="*/ 3113359 h 3113359"/>
              <a:gd name="connsiteX3" fmla="*/ 1286035 w 7032990"/>
              <a:gd name="connsiteY3" fmla="*/ 1632021 h 3113359"/>
              <a:gd name="connsiteX4" fmla="*/ 0 w 7032990"/>
              <a:gd name="connsiteY4" fmla="*/ 657182 h 3113359"/>
              <a:gd name="connsiteX0" fmla="*/ 117431 w 7150421"/>
              <a:gd name="connsiteY0" fmla="*/ 657182 h 3113359"/>
              <a:gd name="connsiteX1" fmla="*/ 7150421 w 7150421"/>
              <a:gd name="connsiteY1" fmla="*/ 0 h 3113359"/>
              <a:gd name="connsiteX2" fmla="*/ 6227746 w 7150421"/>
              <a:gd name="connsiteY2" fmla="*/ 3113359 h 3113359"/>
              <a:gd name="connsiteX3" fmla="*/ 0 w 7150421"/>
              <a:gd name="connsiteY3" fmla="*/ 2171200 h 3113359"/>
              <a:gd name="connsiteX4" fmla="*/ 117431 w 7150421"/>
              <a:gd name="connsiteY4" fmla="*/ 657182 h 3113359"/>
              <a:gd name="connsiteX0" fmla="*/ 0 w 7190793"/>
              <a:gd name="connsiteY0" fmla="*/ 718406 h 3113359"/>
              <a:gd name="connsiteX1" fmla="*/ 7190793 w 7190793"/>
              <a:gd name="connsiteY1" fmla="*/ 0 h 3113359"/>
              <a:gd name="connsiteX2" fmla="*/ 6268118 w 7190793"/>
              <a:gd name="connsiteY2" fmla="*/ 3113359 h 3113359"/>
              <a:gd name="connsiteX3" fmla="*/ 40372 w 7190793"/>
              <a:gd name="connsiteY3" fmla="*/ 2171200 h 3113359"/>
              <a:gd name="connsiteX4" fmla="*/ 0 w 7190793"/>
              <a:gd name="connsiteY4" fmla="*/ 718406 h 3113359"/>
              <a:gd name="connsiteX0" fmla="*/ 0 w 6895681"/>
              <a:gd name="connsiteY0" fmla="*/ 0 h 2394953"/>
              <a:gd name="connsiteX1" fmla="*/ 6895681 w 6895681"/>
              <a:gd name="connsiteY1" fmla="*/ 55573 h 2394953"/>
              <a:gd name="connsiteX2" fmla="*/ 6268118 w 6895681"/>
              <a:gd name="connsiteY2" fmla="*/ 2394953 h 2394953"/>
              <a:gd name="connsiteX3" fmla="*/ 40372 w 6895681"/>
              <a:gd name="connsiteY3" fmla="*/ 1452794 h 2394953"/>
              <a:gd name="connsiteX4" fmla="*/ 0 w 6895681"/>
              <a:gd name="connsiteY4" fmla="*/ 0 h 2394953"/>
              <a:gd name="connsiteX0" fmla="*/ 0 w 6660342"/>
              <a:gd name="connsiteY0" fmla="*/ 117446 h 2512399"/>
              <a:gd name="connsiteX1" fmla="*/ 6660342 w 6660342"/>
              <a:gd name="connsiteY1" fmla="*/ 0 h 2512399"/>
              <a:gd name="connsiteX2" fmla="*/ 6268118 w 6660342"/>
              <a:gd name="connsiteY2" fmla="*/ 2512399 h 2512399"/>
              <a:gd name="connsiteX3" fmla="*/ 40372 w 6660342"/>
              <a:gd name="connsiteY3" fmla="*/ 1570240 h 2512399"/>
              <a:gd name="connsiteX4" fmla="*/ 0 w 6660342"/>
              <a:gd name="connsiteY4" fmla="*/ 117446 h 2512399"/>
              <a:gd name="connsiteX0" fmla="*/ 0 w 6650502"/>
              <a:gd name="connsiteY0" fmla="*/ 60229 h 2512399"/>
              <a:gd name="connsiteX1" fmla="*/ 6650502 w 6650502"/>
              <a:gd name="connsiteY1" fmla="*/ 0 h 2512399"/>
              <a:gd name="connsiteX2" fmla="*/ 6258278 w 6650502"/>
              <a:gd name="connsiteY2" fmla="*/ 2512399 h 2512399"/>
              <a:gd name="connsiteX3" fmla="*/ 30532 w 6650502"/>
              <a:gd name="connsiteY3" fmla="*/ 1570240 h 2512399"/>
              <a:gd name="connsiteX4" fmla="*/ 0 w 6650502"/>
              <a:gd name="connsiteY4" fmla="*/ 60229 h 25123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50502" h="2512399">
                <a:moveTo>
                  <a:pt x="0" y="60229"/>
                </a:moveTo>
                <a:lnTo>
                  <a:pt x="6650502" y="0"/>
                </a:lnTo>
                <a:lnTo>
                  <a:pt x="6258278" y="2512399"/>
                </a:lnTo>
                <a:lnTo>
                  <a:pt x="30532" y="1570240"/>
                </a:lnTo>
                <a:lnTo>
                  <a:pt x="0" y="60229"/>
                </a:lnTo>
                <a:close/>
              </a:path>
            </a:pathLst>
          </a:custGeom>
          <a:solidFill>
            <a:srgbClr val="1E1E1E"/>
          </a:solidFill>
        </p:spPr>
        <p:txBody>
          <a:bodyPr wrap="square" rtlCol="0" anchor="ctr">
            <a:spAutoFit/>
          </a:bodyPr>
          <a:lstStyle/>
          <a:p>
            <a:pPr algn="ctr"/>
            <a:endParaRPr lang="en-US" altLang="ko-KR" sz="4400" b="1" dirty="0">
              <a:solidFill>
                <a:schemeClr val="bg1"/>
              </a:solidFill>
              <a:cs typeface="Arial" pitchFamily="34" charset="0"/>
            </a:endParaRPr>
          </a:p>
          <a:p>
            <a:pPr algn="ctr"/>
            <a:r>
              <a:rPr lang="en-US" altLang="ko-KR" sz="4400" b="1" dirty="0">
                <a:solidFill>
                  <a:srgbClr val="515F70"/>
                </a:solidFill>
                <a:cs typeface="Arial" pitchFamily="34" charset="0"/>
              </a:rPr>
              <a:t>MAN IN THE MIDDLE ATTACK</a:t>
            </a:r>
          </a:p>
          <a:p>
            <a:pPr algn="ctr"/>
            <a:endParaRPr lang="ko-KR" altLang="en-US" sz="4400" b="1" dirty="0">
              <a:solidFill>
                <a:schemeClr val="bg1"/>
              </a:solidFill>
              <a:cs typeface="Arial" pitchFamily="34" charset="0"/>
            </a:endParaRPr>
          </a:p>
        </p:txBody>
      </p:sp>
      <p:sp>
        <p:nvSpPr>
          <p:cNvPr id="8" name="TextBox 7">
            <a:extLst>
              <a:ext uri="{FF2B5EF4-FFF2-40B4-BE49-F238E27FC236}">
                <a16:creationId xmlns:a16="http://schemas.microsoft.com/office/drawing/2014/main" id="{E2F15413-E477-45AA-96B9-9316F6EBAF20}"/>
              </a:ext>
            </a:extLst>
          </p:cNvPr>
          <p:cNvSpPr txBox="1"/>
          <p:nvPr/>
        </p:nvSpPr>
        <p:spPr>
          <a:xfrm>
            <a:off x="159656" y="702485"/>
            <a:ext cx="4513944" cy="584775"/>
          </a:xfrm>
          <a:prstGeom prst="rect">
            <a:avLst/>
          </a:prstGeom>
          <a:noFill/>
        </p:spPr>
        <p:txBody>
          <a:bodyPr wrap="square" rtlCol="0" anchor="ctr">
            <a:spAutoFit/>
          </a:bodyPr>
          <a:lstStyle/>
          <a:p>
            <a:pPr algn="dist"/>
            <a:r>
              <a:rPr lang="en-GB" altLang="ko-KR" sz="3200" b="1" dirty="0">
                <a:solidFill>
                  <a:srgbClr val="AAA591"/>
                </a:solidFill>
                <a:cs typeface="Arial" pitchFamily="34" charset="0"/>
              </a:rPr>
              <a:t>PRESENTATION:</a:t>
            </a:r>
            <a:endParaRPr lang="ko-KR" altLang="en-US" sz="3200" b="1" dirty="0">
              <a:solidFill>
                <a:srgbClr val="AAA591"/>
              </a:solidFill>
              <a:cs typeface="Arial" pitchFamily="34" charset="0"/>
            </a:endParaRPr>
          </a:p>
        </p:txBody>
      </p:sp>
    </p:spTree>
    <p:extLst>
      <p:ext uri="{BB962C8B-B14F-4D97-AF65-F5344CB8AC3E}">
        <p14:creationId xmlns:p14="http://schemas.microsoft.com/office/powerpoint/2010/main" val="2498161071"/>
      </p:ext>
    </p:extLst>
  </p:cSld>
  <p:clrMapOvr>
    <a:masterClrMapping/>
  </p:clrMapOvr>
</p:sld>
</file>

<file path=ppt/theme/theme1.xml><?xml version="1.0" encoding="utf-8"?>
<a:theme xmlns:a="http://schemas.openxmlformats.org/drawingml/2006/main" name="Cover and End Slide Master">
  <a:themeElements>
    <a:clrScheme name="ALLPPT-208">
      <a:dk1>
        <a:sysClr val="windowText" lastClr="000000"/>
      </a:dk1>
      <a:lt1>
        <a:sysClr val="window" lastClr="FFFFFF"/>
      </a:lt1>
      <a:dk2>
        <a:srgbClr val="44546A"/>
      </a:dk2>
      <a:lt2>
        <a:srgbClr val="E7E6E6"/>
      </a:lt2>
      <a:accent1>
        <a:srgbClr val="00BDFB"/>
      </a:accent1>
      <a:accent2>
        <a:srgbClr val="1ED0A6"/>
      </a:accent2>
      <a:accent3>
        <a:srgbClr val="1C82FF"/>
      </a:accent3>
      <a:accent4>
        <a:srgbClr val="595959"/>
      </a:accent4>
      <a:accent5>
        <a:srgbClr val="00BDFB"/>
      </a:accent5>
      <a:accent6>
        <a:srgbClr val="1ED0A6"/>
      </a:accent6>
      <a:hlink>
        <a:srgbClr val="262626"/>
      </a:hlink>
      <a:folHlink>
        <a:srgbClr val="262626"/>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208">
      <a:dk1>
        <a:sysClr val="windowText" lastClr="000000"/>
      </a:dk1>
      <a:lt1>
        <a:sysClr val="window" lastClr="FFFFFF"/>
      </a:lt1>
      <a:dk2>
        <a:srgbClr val="44546A"/>
      </a:dk2>
      <a:lt2>
        <a:srgbClr val="E7E6E6"/>
      </a:lt2>
      <a:accent1>
        <a:srgbClr val="00BDFB"/>
      </a:accent1>
      <a:accent2>
        <a:srgbClr val="1ED0A6"/>
      </a:accent2>
      <a:accent3>
        <a:srgbClr val="1C82FF"/>
      </a:accent3>
      <a:accent4>
        <a:srgbClr val="595959"/>
      </a:accent4>
      <a:accent5>
        <a:srgbClr val="00BDFB"/>
      </a:accent5>
      <a:accent6>
        <a:srgbClr val="1ED0A6"/>
      </a:accent6>
      <a:hlink>
        <a:srgbClr val="262626"/>
      </a:hlink>
      <a:folHlink>
        <a:srgbClr val="262626"/>
      </a:folHlink>
    </a:clrScheme>
    <a:fontScheme name="ALLPPT PONTS">
      <a:majorFont>
        <a:latin typeface="Arial"/>
        <a:ea typeface="Malgun Gothic"/>
        <a:cs typeface=""/>
      </a:majorFont>
      <a:minorFont>
        <a:latin typeface="Arial"/>
        <a:ea typeface="맑은 고딕"/>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Section Break Slide Master">
  <a:themeElements>
    <a:clrScheme name="ALLPPT-404">
      <a:dk1>
        <a:sysClr val="windowText" lastClr="000000"/>
      </a:dk1>
      <a:lt1>
        <a:sysClr val="window" lastClr="FFFFFF"/>
      </a:lt1>
      <a:dk2>
        <a:srgbClr val="44546A"/>
      </a:dk2>
      <a:lt2>
        <a:srgbClr val="E7E6E6"/>
      </a:lt2>
      <a:accent1>
        <a:srgbClr val="5A9BD5"/>
      </a:accent1>
      <a:accent2>
        <a:srgbClr val="224A90"/>
      </a:accent2>
      <a:accent3>
        <a:srgbClr val="010A4F"/>
      </a:accent3>
      <a:accent4>
        <a:srgbClr val="5A9BD5"/>
      </a:accent4>
      <a:accent5>
        <a:srgbClr val="224A90"/>
      </a:accent5>
      <a:accent6>
        <a:srgbClr val="010A4F"/>
      </a:accent6>
      <a:hlink>
        <a:srgbClr val="262626"/>
      </a:hlink>
      <a:folHlink>
        <a:srgbClr val="262626"/>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2917</TotalTime>
  <Words>490</Words>
  <Application>Microsoft Office PowerPoint</Application>
  <PresentationFormat>Widescreen</PresentationFormat>
  <Paragraphs>52</Paragraphs>
  <Slides>11</Slides>
  <Notes>0</Notes>
  <HiddenSlides>0</HiddenSlides>
  <MMClips>0</MMClips>
  <ScaleCrop>false</ScaleCrop>
  <HeadingPairs>
    <vt:vector size="6" baseType="variant">
      <vt:variant>
        <vt:lpstr>Fonts Used</vt:lpstr>
      </vt:variant>
      <vt:variant>
        <vt:i4>3</vt:i4>
      </vt:variant>
      <vt:variant>
        <vt:lpstr>Theme</vt:lpstr>
      </vt:variant>
      <vt:variant>
        <vt:i4>3</vt:i4>
      </vt:variant>
      <vt:variant>
        <vt:lpstr>Slide Titles</vt:lpstr>
      </vt:variant>
      <vt:variant>
        <vt:i4>11</vt:i4>
      </vt:variant>
    </vt:vector>
  </HeadingPairs>
  <TitlesOfParts>
    <vt:vector size="17" baseType="lpstr">
      <vt:lpstr>Arial</vt:lpstr>
      <vt:lpstr>Calibri</vt:lpstr>
      <vt:lpstr>Wingdings</vt:lpstr>
      <vt:lpstr>Cover and End Slide Master</vt:lpstr>
      <vt:lpstr>Contents Slide Master</vt:lpstr>
      <vt:lpstr>Section Break Slide Master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Allppt.com</dc:creator>
  <cp:lastModifiedBy>Talal Nafees</cp:lastModifiedBy>
  <cp:revision>87</cp:revision>
  <dcterms:created xsi:type="dcterms:W3CDTF">2020-01-20T05:08:25Z</dcterms:created>
  <dcterms:modified xsi:type="dcterms:W3CDTF">2025-01-19T10:07:37Z</dcterms:modified>
</cp:coreProperties>
</file>