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321" r:id="rId7"/>
    <p:sldId id="312" r:id="rId8"/>
    <p:sldId id="331" r:id="rId9"/>
    <p:sldId id="333" r:id="rId10"/>
    <p:sldId id="334" r:id="rId11"/>
    <p:sldId id="336" r:id="rId12"/>
    <p:sldId id="337" r:id="rId13"/>
    <p:sldId id="338" r:id="rId14"/>
    <p:sldId id="339" r:id="rId15"/>
    <p:sldId id="340" r:id="rId16"/>
    <p:sldId id="34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88FCC-9FDC-4FBC-A36A-50C17A5718BB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56B9A-0582-4135-94FF-8AB974128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2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6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5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6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6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8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8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3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7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00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38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1447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63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6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7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76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24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87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15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253DF1B-F00D-4906-BDE0-A03E969D217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7180F-8FCF-4CA9-9261-3AE402945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5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8AB4-6C09-430A-B0BB-CED70B557C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6E5F7-FD20-4CB8-957E-EB794DF97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D6CE9-AB30-4BC6-9302-29E8E91BD3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12192000" cy="685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9395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019D-9B63-4BAF-A89F-D9B4A7FE6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1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C8D3-5BD0-46BF-823C-1A05FE121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941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800" b="1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    Binary Search Tree</a:t>
            </a:r>
            <a:endParaRPr lang="en-US" sz="48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BFCD52B-01E2-4EAB-8FC0-9DB7084B96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330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CCBCF7-B74D-4BFE-91FA-5CED36E3C236}"/>
              </a:ext>
            </a:extLst>
          </p:cNvPr>
          <p:cNvSpPr txBox="1">
            <a:spLocks/>
          </p:cNvSpPr>
          <p:nvPr/>
        </p:nvSpPr>
        <p:spPr>
          <a:xfrm>
            <a:off x="804601" y="1016711"/>
            <a:ext cx="10353762" cy="11508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13FCF9-07C0-426F-8B79-DEE810B30717}"/>
              </a:ext>
            </a:extLst>
          </p:cNvPr>
          <p:cNvSpPr txBox="1">
            <a:spLocks/>
          </p:cNvSpPr>
          <p:nvPr/>
        </p:nvSpPr>
        <p:spPr>
          <a:xfrm>
            <a:off x="804601" y="2225248"/>
            <a:ext cx="10430107" cy="4051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IRTISAM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UMER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FATIMA NASIR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RIZWA ASAD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72C1F-A3DB-465C-9A8A-B219CCCBC9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70" y="1172495"/>
            <a:ext cx="3882501" cy="2374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DF13EC-8DC1-4E2A-8FE4-6F7758FC7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30" y="3760719"/>
            <a:ext cx="3195572" cy="208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082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2116634"/>
            <a:ext cx="659864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Binary Trees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317976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Tree?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61492" y="3664049"/>
            <a:ext cx="520392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tree is a hierarchical data structure where each node has a parent node, except for the root node. They are often used to represent data that has a natural hierarchy.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6332934" y="3179763"/>
            <a:ext cx="261431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Binary Tree?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6332935" y="3664049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binary tree is a specific type of tree where each node can have up to two children: a left child and a right child.</a:t>
            </a:r>
            <a:endParaRPr lang="en-US" sz="1458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3106540"/>
            <a:ext cx="77827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Properties of Binary Search Trees</a:t>
            </a:r>
            <a:endParaRPr lang="en-US" sz="3708" dirty="0"/>
          </a:p>
        </p:txBody>
      </p:sp>
      <p:sp>
        <p:nvSpPr>
          <p:cNvPr id="4" name="Shape 1"/>
          <p:cNvSpPr/>
          <p:nvPr/>
        </p:nvSpPr>
        <p:spPr>
          <a:xfrm>
            <a:off x="661492" y="419328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21" y="4264124"/>
            <a:ext cx="102394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8" dirty="0"/>
          </a:p>
        </p:txBody>
      </p:sp>
      <p:sp>
        <p:nvSpPr>
          <p:cNvPr id="6" name="Text 3"/>
          <p:cNvSpPr/>
          <p:nvPr/>
        </p:nvSpPr>
        <p:spPr>
          <a:xfrm>
            <a:off x="1275755" y="4193282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Ordered Structure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1275755" y="4601965"/>
            <a:ext cx="28827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left subtree of a node contains only values smaller than the node's value, and the right subtree contains values greater than the node's value.</a:t>
            </a:r>
            <a:endParaRPr lang="en-US" sz="1458" dirty="0"/>
          </a:p>
        </p:txBody>
      </p:sp>
      <p:sp>
        <p:nvSpPr>
          <p:cNvPr id="8" name="Shape 5"/>
          <p:cNvSpPr/>
          <p:nvPr/>
        </p:nvSpPr>
        <p:spPr>
          <a:xfrm>
            <a:off x="4347468" y="419328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79528" y="4264124"/>
            <a:ext cx="161032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8" dirty="0"/>
          </a:p>
        </p:txBody>
      </p:sp>
      <p:sp>
        <p:nvSpPr>
          <p:cNvPr id="10" name="Text 7"/>
          <p:cNvSpPr/>
          <p:nvPr/>
        </p:nvSpPr>
        <p:spPr>
          <a:xfrm>
            <a:off x="4961732" y="4193282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 Key</a:t>
            </a:r>
            <a:endParaRPr lang="en-US" sz="1833" dirty="0"/>
          </a:p>
        </p:txBody>
      </p:sp>
      <p:sp>
        <p:nvSpPr>
          <p:cNvPr id="11" name="Text 8"/>
          <p:cNvSpPr/>
          <p:nvPr/>
        </p:nvSpPr>
        <p:spPr>
          <a:xfrm>
            <a:off x="4961732" y="4601964"/>
            <a:ext cx="2882702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node contains a unique key that distinguishes it from other nodes in the tree.</a:t>
            </a:r>
            <a:endParaRPr lang="en-US" sz="1458" dirty="0"/>
          </a:p>
        </p:txBody>
      </p:sp>
      <p:sp>
        <p:nvSpPr>
          <p:cNvPr id="12" name="Shape 9"/>
          <p:cNvSpPr/>
          <p:nvPr/>
        </p:nvSpPr>
        <p:spPr>
          <a:xfrm>
            <a:off x="8033444" y="419328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6100" y="4264124"/>
            <a:ext cx="159941" cy="283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220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8" dirty="0"/>
          </a:p>
        </p:txBody>
      </p:sp>
      <p:sp>
        <p:nvSpPr>
          <p:cNvPr id="14" name="Text 11"/>
          <p:cNvSpPr/>
          <p:nvPr/>
        </p:nvSpPr>
        <p:spPr>
          <a:xfrm>
            <a:off x="8647707" y="4193282"/>
            <a:ext cx="28827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Organization</a:t>
            </a:r>
            <a:endParaRPr lang="en-US" sz="1833" dirty="0"/>
          </a:p>
        </p:txBody>
      </p:sp>
      <p:sp>
        <p:nvSpPr>
          <p:cNvPr id="15" name="Text 12"/>
          <p:cNvSpPr/>
          <p:nvPr/>
        </p:nvSpPr>
        <p:spPr>
          <a:xfrm>
            <a:off x="8647707" y="4897239"/>
            <a:ext cx="288270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Nodes are connected to each other in a hierarchical structure, with a root node at the top and child nodes branching down.</a:t>
            </a:r>
            <a:endParaRPr lang="en-US" sz="1458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Insert the following nodes in an empty binary tree.</a:t>
            </a:r>
            <a:b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12,19,5,11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,38,49,22,46,2,10,10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4790111" y="170599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54947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cxnSpLocks/>
            <a:stCxn id="4" idx="6"/>
            <a:endCxn id="5" idx="1"/>
          </p:cNvCxnSpPr>
          <p:nvPr/>
        </p:nvCxnSpPr>
        <p:spPr>
          <a:xfrm>
            <a:off x="5496198" y="2036112"/>
            <a:ext cx="1361066" cy="610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824816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cxnSpLocks/>
            <a:stCxn id="4" idx="2"/>
            <a:endCxn id="7" idx="0"/>
          </p:cNvCxnSpPr>
          <p:nvPr/>
        </p:nvCxnSpPr>
        <p:spPr>
          <a:xfrm flipH="1">
            <a:off x="3061255" y="2036112"/>
            <a:ext cx="1728856" cy="788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98945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388364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605680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3113027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77665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4169228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792806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4169228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822594" y="559155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Arrow Connector 34"/>
          <p:cNvCxnSpPr>
            <a:cxnSpLocks/>
            <a:stCxn id="23" idx="3"/>
          </p:cNvCxnSpPr>
          <p:nvPr/>
        </p:nvCxnSpPr>
        <p:spPr>
          <a:xfrm flipH="1">
            <a:off x="9175639" y="5340200"/>
            <a:ext cx="265946" cy="508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4036445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388364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517486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cxnSpLocks/>
            <a:stCxn id="9" idx="3"/>
            <a:endCxn id="44" idx="7"/>
          </p:cNvCxnSpPr>
          <p:nvPr/>
        </p:nvCxnSpPr>
        <p:spPr>
          <a:xfrm flipH="1">
            <a:off x="3370669" y="4553005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68517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36700"/>
            <a:ext cx="9872871" cy="5003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1 ( Node with no left and right child 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this we will just simply delete that node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2 ( Node with only Left child 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this we will replace that node with left child and than delete that node.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3 ( node with only Right child 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this we will replace that node with right child and than delete that node.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4404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36700"/>
            <a:ext cx="9872871" cy="5003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4 ( 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Node with left and right child 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this we will replace that node with the greater element from left sub tree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 we will replace that node with the smaller element from right sub tree.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Then We will see if there is no other case, then simply delete that node.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if there is an other case we will deal accordingly</a:t>
            </a:r>
          </a:p>
          <a:p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74320" lvl="1" indent="0">
              <a:buNone/>
            </a:pP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8398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Delete 46</a:t>
            </a: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53535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3911775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822594" y="5591554"/>
            <a:ext cx="706087" cy="66023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46</a:t>
            </a:r>
          </a:p>
        </p:txBody>
      </p:sp>
      <p:cxnSp>
        <p:nvCxnSpPr>
          <p:cNvPr id="35" name="Straight Arrow Connector 34"/>
          <p:cNvCxnSpPr>
            <a:stCxn id="23" idx="3"/>
            <a:endCxn id="34" idx="0"/>
          </p:cNvCxnSpPr>
          <p:nvPr/>
        </p:nvCxnSpPr>
        <p:spPr>
          <a:xfrm flipH="1">
            <a:off x="9175638" y="5082747"/>
            <a:ext cx="265947" cy="508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60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Tree After deleting 46</a:t>
            </a: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53535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3911775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38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Delete 12</a:t>
            </a: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53535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3911775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992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Delete 12</a:t>
            </a: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53535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3911775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210247" y="1162136"/>
            <a:ext cx="5880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Swap 12 with smallest Node from right Subtree</a:t>
            </a:r>
          </a:p>
        </p:txBody>
      </p:sp>
    </p:spTree>
    <p:extLst>
      <p:ext uri="{BB962C8B-B14F-4D97-AF65-F5344CB8AC3E}">
        <p14:creationId xmlns:p14="http://schemas.microsoft.com/office/powerpoint/2010/main" val="90923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Delete 12</a:t>
            </a: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535353"/>
            <a:ext cx="706087" cy="66023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3911775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7264" y="1330198"/>
            <a:ext cx="4265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Same process replace 12 with 22</a:t>
            </a:r>
          </a:p>
        </p:txBody>
      </p:sp>
    </p:spTree>
    <p:extLst>
      <p:ext uri="{BB962C8B-B14F-4D97-AF65-F5344CB8AC3E}">
        <p14:creationId xmlns:p14="http://schemas.microsoft.com/office/powerpoint/2010/main" val="343490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54000"/>
            <a:ext cx="9875520" cy="8509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Delete 12</a:t>
            </a: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559434" y="4535353"/>
            <a:ext cx="706087" cy="66023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19" idx="3"/>
            <a:endCxn id="27" idx="0"/>
          </p:cNvCxnSpPr>
          <p:nvPr/>
        </p:nvCxnSpPr>
        <p:spPr>
          <a:xfrm flipH="1">
            <a:off x="7912478" y="3911775"/>
            <a:ext cx="508149" cy="623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F99848E-4735-454B-981A-6C99CCD2562F}"/>
              </a:ext>
            </a:extLst>
          </p:cNvPr>
          <p:cNvSpPr txBox="1"/>
          <p:nvPr/>
        </p:nvSpPr>
        <p:spPr>
          <a:xfrm>
            <a:off x="7794594" y="1358348"/>
            <a:ext cx="316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delete 12</a:t>
            </a:r>
          </a:p>
        </p:txBody>
      </p:sp>
    </p:spTree>
    <p:extLst>
      <p:ext uri="{BB962C8B-B14F-4D97-AF65-F5344CB8AC3E}">
        <p14:creationId xmlns:p14="http://schemas.microsoft.com/office/powerpoint/2010/main" val="216222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135" y="429449"/>
            <a:ext cx="9875520" cy="8509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deleting 12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4857143" y="1358348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53860" y="2292026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>
            <a:stCxn id="4" idx="6"/>
            <a:endCxn id="5" idx="1"/>
          </p:cNvCxnSpPr>
          <p:nvPr/>
        </p:nvCxnSpPr>
        <p:spPr>
          <a:xfrm>
            <a:off x="5563230" y="1688467"/>
            <a:ext cx="1294034" cy="700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8211" y="2567363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4" idx="2"/>
            <a:endCxn id="7" idx="0"/>
          </p:cNvCxnSpPr>
          <p:nvPr/>
        </p:nvCxnSpPr>
        <p:spPr>
          <a:xfrm flipH="1">
            <a:off x="3061255" y="1688467"/>
            <a:ext cx="1795888" cy="8788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51056" y="3732004"/>
            <a:ext cx="706087" cy="660237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7" idx="5"/>
            <a:endCxn id="9" idx="1"/>
          </p:cNvCxnSpPr>
          <p:nvPr/>
        </p:nvCxnSpPr>
        <p:spPr>
          <a:xfrm>
            <a:off x="3310894" y="3130911"/>
            <a:ext cx="943566" cy="69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17223" y="3348227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5" idx="5"/>
            <a:endCxn id="19" idx="1"/>
          </p:cNvCxnSpPr>
          <p:nvPr/>
        </p:nvCxnSpPr>
        <p:spPr>
          <a:xfrm>
            <a:off x="7356543" y="2855574"/>
            <a:ext cx="1064084" cy="5893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38181" y="4519199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19" idx="5"/>
            <a:endCxn id="23" idx="1"/>
          </p:cNvCxnSpPr>
          <p:nvPr/>
        </p:nvCxnSpPr>
        <p:spPr>
          <a:xfrm>
            <a:off x="8919906" y="3911775"/>
            <a:ext cx="521679" cy="704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474955" y="3778992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7" idx="3"/>
            <a:endCxn id="41" idx="0"/>
          </p:cNvCxnSpPr>
          <p:nvPr/>
        </p:nvCxnSpPr>
        <p:spPr>
          <a:xfrm flipH="1">
            <a:off x="1827999" y="3130911"/>
            <a:ext cx="983616" cy="648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2767986" y="4917414"/>
            <a:ext cx="706087" cy="660237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>
            <a:stCxn id="9" idx="3"/>
            <a:endCxn id="44" idx="7"/>
          </p:cNvCxnSpPr>
          <p:nvPr/>
        </p:nvCxnSpPr>
        <p:spPr>
          <a:xfrm flipH="1">
            <a:off x="3370669" y="4295552"/>
            <a:ext cx="883791" cy="718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364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9AE3-EAC4-4897-BAB3-ECB18BE1D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81" y="1848732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THANKS FOR YOUR CONCENTRATION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THE END…….</a:t>
            </a:r>
          </a:p>
        </p:txBody>
      </p:sp>
    </p:spTree>
    <p:extLst>
      <p:ext uri="{BB962C8B-B14F-4D97-AF65-F5344CB8AC3E}">
        <p14:creationId xmlns:p14="http://schemas.microsoft.com/office/powerpoint/2010/main" val="2835456350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444</Words>
  <Application>Microsoft Office PowerPoint</Application>
  <PresentationFormat>Widescreen</PresentationFormat>
  <Paragraphs>125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Century Gothic</vt:lpstr>
      <vt:lpstr>Heebo Light</vt:lpstr>
      <vt:lpstr>Montserrat</vt:lpstr>
      <vt:lpstr>Times New Roman</vt:lpstr>
      <vt:lpstr>Wingdings</vt:lpstr>
      <vt:lpstr>Wingdings 3</vt:lpstr>
      <vt:lpstr>Ion</vt:lpstr>
      <vt:lpstr>PowerPoint Presentation</vt:lpstr>
      <vt:lpstr>Presentation Topic</vt:lpstr>
      <vt:lpstr>PowerPoint Presentation</vt:lpstr>
      <vt:lpstr>PowerPoint Presentation</vt:lpstr>
      <vt:lpstr>PowerPoint Presentation</vt:lpstr>
      <vt:lpstr>Insert the following nodes in an empty binary tree. 12,19,5,11,38,49,22,46,2,10,10</vt:lpstr>
      <vt:lpstr>Delete</vt:lpstr>
      <vt:lpstr>Delete</vt:lpstr>
      <vt:lpstr>Delete 46</vt:lpstr>
      <vt:lpstr>Tree After deleting 46</vt:lpstr>
      <vt:lpstr>Delete 12</vt:lpstr>
      <vt:lpstr>Delete 12</vt:lpstr>
      <vt:lpstr>Delete 12</vt:lpstr>
      <vt:lpstr>Delete 12</vt:lpstr>
      <vt:lpstr>After deleting 12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Irtisam</dc:creator>
  <cp:lastModifiedBy>Muhammad Irtisam</cp:lastModifiedBy>
  <cp:revision>6</cp:revision>
  <dcterms:created xsi:type="dcterms:W3CDTF">2025-01-20T15:06:56Z</dcterms:created>
  <dcterms:modified xsi:type="dcterms:W3CDTF">2025-01-20T16:09:39Z</dcterms:modified>
</cp:coreProperties>
</file>