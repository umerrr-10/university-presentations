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elasio" panose="020B0604020202020204" charset="0"/>
      <p:regular r:id="rId14"/>
    </p:embeddedFont>
    <p:embeddedFont>
      <p:font typeface="Lat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29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572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Light System: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062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Project Presentation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0551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73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Muhammad Irtisam  (06)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912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Muhammad Umer   (05)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9093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 COAL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42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to Traffic Light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019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Simulates a traffic light system using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8086 Assembly Language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the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EMU8086 emulator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0070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Displays text-based colored signals: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YELLOW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GREEN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each with countdown timers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81214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Countdown shown beside each signal with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1-second updates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using delay loops.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6172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Beep sound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added at each phase transition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0594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Demonstrates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screen clearing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colored messages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loop timing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interrupts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register handling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513" y="660321"/>
            <a:ext cx="5122902" cy="64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3513" y="1607939"/>
            <a:ext cx="7709773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Used: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EMU8086 emulator for real-time simulation and video memory interaction.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03513" y="2335173"/>
            <a:ext cx="7709773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 Analysis: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Mimicked real-world signal flow and assigned accurate time durations to each light.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03513" y="3062407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Programming Approach: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03513" y="3461861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Coded in 8086 Assembly using registers, loops, interrupts, and procedures.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03513" y="3861316"/>
            <a:ext cx="7709773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functions for each light phase, beep, countdown, and screen management.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03513" y="4588550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 Design: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03513" y="4988004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video memory segment B800h for colored text output.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03513" y="5387459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Positioned messages using calculated screen offsets.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03513" y="5786914"/>
            <a:ext cx="7709773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Countdown &amp; Delay: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Implemented using loops and subroutines that convert numbers to characters.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3513" y="6514148"/>
            <a:ext cx="7709773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 &amp; Debugging: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Each module tested individually; then integrated into an infinite loop.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03513" y="7241381"/>
            <a:ext cx="770977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Version: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Infinite loop with improved screen layout and timing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43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67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Correct Phase Timing: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Each light (Red, Yellow, Green) displayed for the correct duration.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Countdown: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Displayed in real-time with 1-second updates.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 Output: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= Stop, YELLOW = Wait, GREEN = Go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Text centered using offset logic and displayed in appropriate colors.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Audio Feedback: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Beep sound at the start of each phase using BIOS interrupt.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 Transitions: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Screen cleared between phases for clarity.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62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Infinite Loop: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Simulation runs continuously like a real traffic signal system.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61" y="474226"/>
            <a:ext cx="4299585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1" y="1462920"/>
            <a:ext cx="5389724" cy="30665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423" y="1462920"/>
            <a:ext cx="5885966" cy="33103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70972" y="3714512"/>
            <a:ext cx="816506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01861" y="4337804"/>
            <a:ext cx="1342667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9" y="4699591"/>
            <a:ext cx="5412673" cy="30557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861" y="7011829"/>
            <a:ext cx="1342667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01861" y="7480340"/>
            <a:ext cx="1342667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368" y="1644968"/>
            <a:ext cx="4939665" cy="4939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5453" y="602337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5" name="Text 1"/>
          <p:cNvSpPr/>
          <p:nvPr/>
        </p:nvSpPr>
        <p:spPr>
          <a:xfrm>
            <a:off x="765453" y="1613892"/>
            <a:ext cx="7613094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Successfully replicated a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basic traffic light controller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using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Assembly Language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65453" y="2390180"/>
            <a:ext cx="7613094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Demonstrated use of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video memory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interrupts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countdown logic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screen control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65453" y="3166467"/>
            <a:ext cx="7613094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Useful for understanding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embedded systems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low-level programming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logic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65453" y="3942755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 be extended with: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65453" y="4369118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clock integration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65453" y="4795480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Vehicle/pedestrian sensors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65453" y="5221843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GUI or graphical mode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65453" y="5648206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Multiple intersections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5453" y="6074569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Emergency overrides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5453" y="6500932"/>
            <a:ext cx="76130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Porting to high-level languages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5453" y="6927294"/>
            <a:ext cx="7613094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Offers strong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educational value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is easily </a:t>
            </a: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customizable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future enhancements.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End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401</Words>
  <Application>Microsoft Office PowerPoint</Application>
  <PresentationFormat>Custom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Gelasio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Irtisam</cp:lastModifiedBy>
  <cp:revision>3</cp:revision>
  <dcterms:created xsi:type="dcterms:W3CDTF">2025-06-15T18:39:40Z</dcterms:created>
  <dcterms:modified xsi:type="dcterms:W3CDTF">2025-06-15T18:43:26Z</dcterms:modified>
</cp:coreProperties>
</file>