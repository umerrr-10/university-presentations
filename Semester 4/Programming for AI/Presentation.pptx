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  <p:embeddedFont>
      <p:font typeface="Raleway" panose="020B0604020202020204" charset="0"/>
      <p:regular r:id="rId20"/>
    </p:embeddedFont>
    <p:embeddedFont>
      <p:font typeface="Roboto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80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4565-D111-4462-AD14-9EAA9FD4A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2C7F3-426C-400A-97B0-89F116B2B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2D7DE-C050-4D7F-B8B1-20A873C12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6652-A65E-4E19-BDB2-EBA325772811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C4C89-4DDB-4732-AC1D-A54192F89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C752B-B6BB-47D1-AA6D-07C16F885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E183-CE79-4730-879D-6F7156A27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25363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0B6B0-546E-4089-A2F0-8A8AEF52E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29AF5-0F29-4B45-9639-561A930A2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01ABF-AD59-475A-A4BC-221F46F1A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6652-A65E-4E19-BDB2-EBA325772811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6EBAF-C1BE-4FE2-ACEE-B2916FBFA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24244-8006-48BB-83F1-35EAA42B0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E183-CE79-4730-879D-6F7156A27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0151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ACA5-8337-44EC-9390-2719D3D76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D5BBD-242F-4811-AC19-4896573F2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EF973-4514-4664-A1E8-780F1C660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6652-A65E-4E19-BDB2-EBA325772811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05D64-7E0E-406C-A203-44AA10E2C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DD9B9-43F3-44B0-AEDC-C2D58DFD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E183-CE79-4730-879D-6F7156A27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5450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39FC2-A96A-4276-ABA9-27886C8EA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C0D6C-E245-4258-BD41-DAC9F9263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BC2E4-FBE4-4895-8B46-E7E55942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309FF-9BA2-4CB6-A550-7EE44801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6652-A65E-4E19-BDB2-EBA325772811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3BE36-9752-4023-A830-F9159719E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60107-8C44-4D5F-9D74-448AEEC14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E183-CE79-4730-879D-6F7156A27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8672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D54A7-0CEB-474F-86D0-70B825822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61CF0-550E-4A1D-9B4A-E23C9A39A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627DE-AFFC-4B89-AE56-BDEF45F55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DAA14C-220B-4109-A5E7-258507DD14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5EC163-BBB2-4FC9-950E-EA6CFB2654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4EE96C-C55E-41CF-9AFF-32263DD81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6652-A65E-4E19-BDB2-EBA325772811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07AF57-F309-462B-8824-750C347A5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AAEFA6-7AE1-4B52-9D7A-6D3A4BB0A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E183-CE79-4730-879D-6F7156A27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879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B1872-3EE9-4472-8078-FFD47423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613A70-80D1-4E55-A168-17466AC69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6652-A65E-4E19-BDB2-EBA325772811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0B874F-0734-4F55-94A4-A0460EF60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B915F-5E15-4D42-B0A8-1CD039724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E183-CE79-4730-879D-6F7156A27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0881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188D09-ECF0-42EB-ABDE-85A5CEFCB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6652-A65E-4E19-BDB2-EBA325772811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9D0AAE-6DDA-422C-99D5-8D6DA3B52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AD214-8851-4A2F-9E0F-F71C4FFB4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E183-CE79-4730-879D-6F7156A27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497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F9A66-6525-425F-9B4F-7C953EF29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538A7-B0B2-4578-A28F-CE9859780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60130-F860-4DDC-9CD4-15B07FA82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136EC7-5B5C-41CD-AA28-30F8AA6AF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6652-A65E-4E19-BDB2-EBA325772811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AF9011-866D-495B-95DC-FE7C8D4A5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B715F-4C31-4AEB-B0E9-B744E569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E183-CE79-4730-879D-6F7156A27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9448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524EF-812A-44B3-88A4-E6DF19AC8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F484CD-101A-4F7E-9678-0A5C694CE7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90FD0-2650-4F0E-9B33-142D69E19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9A679-08AD-4C52-BC9C-AEA97D22C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6652-A65E-4E19-BDB2-EBA325772811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6A4CA-95B2-4A3D-A236-11EB8479C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7E108-0965-4ED5-8386-DC08BDCC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E183-CE79-4730-879D-6F7156A27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330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37BE4-4067-422C-9F95-1EDB6E56C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A7510-BE2B-42CA-8BD3-748D1AD51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A0F4D-4D86-4AC1-908C-D57189DB9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6652-A65E-4E19-BDB2-EBA325772811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F00DA-769E-4E53-B7EA-7723FBED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EA387-3DA7-4E2D-BBC6-996145096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E183-CE79-4730-879D-6F7156A27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726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05A186-27AB-493D-9C21-514B96F18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008A0-9434-47F4-BA9F-D8B0F85E1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2FC63-0CBC-4D57-93E7-B7A6624F9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A6652-A65E-4E19-BDB2-EBA325772811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E156E-B5FD-4C45-B386-CF321D75E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D3D46-D66A-436D-99A1-BFA5D310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E183-CE79-4730-879D-6F7156A27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52317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8111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3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692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8822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909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4639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7634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8755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1440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8955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33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AF994C-2347-4B98-89E5-1DB623D40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E5B15-12A4-498E-A139-F456D7433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45F0B-59A2-4D7B-A177-8602EDB19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EA6652-A65E-4E19-BDB2-EBA325772811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6FAB8-B99B-47AF-A10D-8FDDCA1C9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2C86B-55A4-4E5F-B0FA-0E3C61D0D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6E183-CE79-4730-879D-6F7156A27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22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08878"/>
            <a:ext cx="65384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Fruit Image Classification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5781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CNN-based project with confusion matrix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914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88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Background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8257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explores image classification using Convolutional Neural Networks (CNNs). We focus on identifying different types of fruits from images, a common task in computer vision with applications in agriculture, retail, and automated food sorting.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485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24303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a CNN model to classify fruit images.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68523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model performance using various metrics.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1274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Analyse results via confusion matrix visualisation.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851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Description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4758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used a dataset of 360 images spanning 9 different fruit classes, sourced from Kaggle. The dataset was split into training, validation, and test sets with a 70/10/20 ratio.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4528542"/>
            <a:ext cx="13042821" cy="1315879"/>
          </a:xfrm>
          <a:prstGeom prst="roundRect">
            <a:avLst>
              <a:gd name="adj" fmla="val 724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453616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462" y="4679871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Images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331262" y="4679871"/>
            <a:ext cx="38377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Fruit Classes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30251" y="4679871"/>
            <a:ext cx="39719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Size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518648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5330190"/>
            <a:ext cx="38415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360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31262" y="5330190"/>
            <a:ext cx="38377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30251" y="5330190"/>
            <a:ext cx="39719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224x224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872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 &amp; Libraries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2112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project was implemented using a variety of Python libraries within a Jupyter Notebook environment.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9391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Primary programming language.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813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Jupyter Notebook: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Interactive coding environment.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TensorFlow &amp; Keras: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Deep learning frameworks.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657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OpenCV: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Image processing library.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0797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Matplotlib: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 visualisation library.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0071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Methodology: Data Preprocessing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65843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images were preprocessed to ensure consistency and improve model performance.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63938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Verification: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Checked for corrupted or invalid images.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08158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Resizing: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Resized all images to 224x224 pixels.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52378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Colour Conversion: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Converted images to RGB format.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96598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Normalization:</a:t>
            </a: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Scaled pixel values to the range [0, 1].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9636"/>
            <a:ext cx="110906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Methodology: CNN Architecture &amp; Training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120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CNN architecture consisted of the following layers: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300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Conv2D layers with ReLU activation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MaxPooling2D layers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Flatten layer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Dense layers with ReLU and softmax activation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3988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Dropout layers for regularisation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0169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was trained over 15 epochs using the Adam optimiser and categorical cross-entropy loss function.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6122"/>
            <a:ext cx="43411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5695950" y="2306122"/>
            <a:ext cx="814816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21325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Evaluation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42621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performance was evaluated using the following metrics: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8802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 and loss plots (training &amp; validation)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224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Per-class analysis of prediction accuracy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6464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Visualisation of a normalised confusion matrix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165" y="438507"/>
            <a:ext cx="4681061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Results: Accuracy Metrics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58165" y="1255871"/>
            <a:ext cx="13514070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CNN model achieved excellent performance on the test dataset.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58165" y="1770102"/>
            <a:ext cx="6657380" cy="52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92%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2890004" y="2495550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Validation Accuracy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58165" y="2840236"/>
            <a:ext cx="6657380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Achieved on the validation set after 15 epochs.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14855" y="1770102"/>
            <a:ext cx="6657380" cy="52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4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95%</a:t>
            </a:r>
            <a:endParaRPr lang="en-US" sz="4100" dirty="0"/>
          </a:p>
        </p:txBody>
      </p:sp>
      <p:sp>
        <p:nvSpPr>
          <p:cNvPr id="8" name="Text 6"/>
          <p:cNvSpPr/>
          <p:nvPr/>
        </p:nvSpPr>
        <p:spPr>
          <a:xfrm>
            <a:off x="9746694" y="2495550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Training Accuracy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14855" y="2840236"/>
            <a:ext cx="6657380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 of training accuracy score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58165" y="3274814"/>
            <a:ext cx="13514070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confusion matrix provides insight into the model's performance on each fruit class.</a:t>
            </a:r>
            <a:endParaRPr lang="en-US" sz="12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931" y="3814286"/>
            <a:ext cx="2392204" cy="3827621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651" y="3814286"/>
            <a:ext cx="4066818" cy="38276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670" y="468392"/>
            <a:ext cx="5695831" cy="531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Results: The testing of model</a:t>
            </a:r>
            <a:endParaRPr lang="en-US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70" y="1340525"/>
            <a:ext cx="9010650" cy="59569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670" y="7488912"/>
            <a:ext cx="1343906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133" y="387191"/>
            <a:ext cx="3508653" cy="438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Workflow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33" y="1106329"/>
            <a:ext cx="701635" cy="8420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33024" y="1246584"/>
            <a:ext cx="1754267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333024" y="1549956"/>
            <a:ext cx="12806243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 and organize raw image data for analysis.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33" y="1948339"/>
            <a:ext cx="701635" cy="8420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33024" y="2088594"/>
            <a:ext cx="1754267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Preprocess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333024" y="2391966"/>
            <a:ext cx="12806243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and transform data into a suitable format for the model.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133" y="2790349"/>
            <a:ext cx="701635" cy="8420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33024" y="2930604"/>
            <a:ext cx="1754267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Label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333024" y="3233976"/>
            <a:ext cx="12806243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Assign appropriate categories to each image for supervised learning.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133" y="3632359"/>
            <a:ext cx="701635" cy="8420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33024" y="3772614"/>
            <a:ext cx="1754267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Split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333024" y="4075986"/>
            <a:ext cx="12806243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Divide the dataset into training, validation, and test subsets.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133" y="4474369"/>
            <a:ext cx="701635" cy="8420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33024" y="4614624"/>
            <a:ext cx="1754267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333024" y="4917996"/>
            <a:ext cx="12806243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and train the Convolutional Neural Network architecture.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133" y="5316379"/>
            <a:ext cx="701635" cy="84201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33024" y="5456634"/>
            <a:ext cx="1754267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Evaluate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1333024" y="5760006"/>
            <a:ext cx="12806243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 the model's performance using defined metrics.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133" y="6158389"/>
            <a:ext cx="701635" cy="84201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333024" y="6298644"/>
            <a:ext cx="1754267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Visualise</a:t>
            </a:r>
            <a:endParaRPr lang="en-US" sz="1350" dirty="0"/>
          </a:p>
        </p:txBody>
      </p:sp>
      <p:sp>
        <p:nvSpPr>
          <p:cNvPr id="23" name="Text 14"/>
          <p:cNvSpPr/>
          <p:nvPr/>
        </p:nvSpPr>
        <p:spPr>
          <a:xfrm>
            <a:off x="1333024" y="6602016"/>
            <a:ext cx="12806243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 results through charts and confusion matrices for insights.</a:t>
            </a:r>
            <a:endParaRPr lang="en-US" sz="11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133" y="7000399"/>
            <a:ext cx="701635" cy="84201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1333024" y="7140654"/>
            <a:ext cx="1754267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Save</a:t>
            </a:r>
            <a:endParaRPr lang="en-US" sz="1350" dirty="0"/>
          </a:p>
        </p:txBody>
      </p:sp>
      <p:sp>
        <p:nvSpPr>
          <p:cNvPr id="26" name="Text 16"/>
          <p:cNvSpPr/>
          <p:nvPr/>
        </p:nvSpPr>
        <p:spPr>
          <a:xfrm>
            <a:off x="1333024" y="7444026"/>
            <a:ext cx="12806243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the trained model for future use and deployment.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08215"/>
            <a:ext cx="74552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Takeaways &amp; Next Steps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7062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demonstrates the effectiveness of CNNs for image classification tasks. We gained valuable experience in data preprocessing, model building, and performance evaluation.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5157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Skills Gained: CNNs, TensorFlow, Image Processing.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937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Real-World Readiness: Applicable to various image-based applications.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359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Next Steps: Explore more advanced CNN architectures and larger datasets.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5667408"/>
            <a:ext cx="13042821" cy="3595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59584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by Muhammad Umer &amp; Muhammad Irtisam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541</Words>
  <Application>Microsoft Office PowerPoint</Application>
  <PresentationFormat>Custom</PresentationFormat>
  <Paragraphs>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Roboto</vt:lpstr>
      <vt:lpstr>Calibri Light</vt:lpstr>
      <vt:lpstr>Raleway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Muhammad Irtisam</dc:creator>
  <cp:lastModifiedBy>Muhammad Irtisam</cp:lastModifiedBy>
  <cp:revision>2</cp:revision>
  <dcterms:created xsi:type="dcterms:W3CDTF">2025-07-05T15:22:44Z</dcterms:created>
  <dcterms:modified xsi:type="dcterms:W3CDTF">2025-07-05T15:26:00Z</dcterms:modified>
</cp:coreProperties>
</file>