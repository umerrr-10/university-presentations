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4"/>
  </p:sldMasterIdLst>
  <p:notesMasterIdLst>
    <p:notesMasterId r:id="rId18"/>
  </p:notesMasterIdLst>
  <p:handoutMasterIdLst>
    <p:handoutMasterId r:id="rId19"/>
  </p:handoutMasterIdLst>
  <p:sldIdLst>
    <p:sldId id="269" r:id="rId5"/>
    <p:sldId id="256" r:id="rId6"/>
    <p:sldId id="270" r:id="rId7"/>
    <p:sldId id="258" r:id="rId8"/>
    <p:sldId id="259" r:id="rId9"/>
    <p:sldId id="260" r:id="rId10"/>
    <p:sldId id="263" r:id="rId11"/>
    <p:sldId id="271" r:id="rId12"/>
    <p:sldId id="272" r:id="rId13"/>
    <p:sldId id="273" r:id="rId14"/>
    <p:sldId id="274" r:id="rId15"/>
    <p:sldId id="266" r:id="rId16"/>
    <p:sldId id="275"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showGuides="1">
      <p:cViewPr varScale="1">
        <p:scale>
          <a:sx n="85" d="100"/>
          <a:sy n="85" d="100"/>
        </p:scale>
        <p:origin x="590" y="67"/>
      </p:cViewPr>
      <p:guideLst>
        <p:guide orient="horz" pos="2160"/>
        <p:guide pos="3840"/>
      </p:guideLst>
    </p:cSldViewPr>
  </p:slideViewPr>
  <p:notesTextViewPr>
    <p:cViewPr>
      <p:scale>
        <a:sx n="1" d="1"/>
        <a:sy n="1" d="1"/>
      </p:scale>
      <p:origin x="0" y="0"/>
    </p:cViewPr>
  </p:notesTextViewPr>
  <p:notesViewPr>
    <p:cSldViewPr snapToGrid="0" showGuides="1">
      <p:cViewPr varScale="1">
        <p:scale>
          <a:sx n="58" d="100"/>
          <a:sy n="58" d="100"/>
        </p:scale>
        <p:origin x="1974" y="9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diagrams/_rels/drawing1.xml.rels><?xml version="1.0" encoding="UTF-8" standalone="yes"?>
<Relationships xmlns="http://schemas.openxmlformats.org/package/2006/relationships"><Relationship Id="rId1" Type="http://schemas.openxmlformats.org/officeDocument/2006/relationships/image" Target="../media/image1.jpe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0C18FBF-3FF5-4C16-97CF-AF03740D7AB6}" type="doc">
      <dgm:prSet loTypeId="urn:microsoft.com/office/officeart/2005/8/layout/hList9" loCatId="list" qsTypeId="urn:microsoft.com/office/officeart/2005/8/quickstyle/3d2" qsCatId="3D" csTypeId="urn:microsoft.com/office/officeart/2005/8/colors/colorful2" csCatId="colorful" phldr="1"/>
      <dgm:spPr/>
      <dgm:t>
        <a:bodyPr/>
        <a:lstStyle/>
        <a:p>
          <a:endParaRPr lang="en-US"/>
        </a:p>
      </dgm:t>
    </dgm:pt>
    <dgm:pt modelId="{B4F1B46E-22B2-4721-950C-8704487586DC}">
      <dgm:prSet phldrT="[Text]"/>
      <dgm:spPr/>
      <dgm:t>
        <a:bodyPr/>
        <a:lstStyle/>
        <a:p>
          <a:r>
            <a:rPr lang="en-US" dirty="0"/>
            <a:t>1</a:t>
          </a:r>
        </a:p>
      </dgm:t>
    </dgm:pt>
    <dgm:pt modelId="{E8A66543-CC4D-4785-A93E-5B125E09F826}" type="parTrans" cxnId="{2C8317B2-2EBB-4589-86EA-C77B3B6E81AA}">
      <dgm:prSet/>
      <dgm:spPr/>
      <dgm:t>
        <a:bodyPr/>
        <a:lstStyle/>
        <a:p>
          <a:endParaRPr lang="en-US"/>
        </a:p>
      </dgm:t>
    </dgm:pt>
    <dgm:pt modelId="{A7E2530A-34E2-4E9F-BC78-8920BA140C41}" type="sibTrans" cxnId="{2C8317B2-2EBB-4589-86EA-C77B3B6E81AA}">
      <dgm:prSet/>
      <dgm:spPr/>
      <dgm:t>
        <a:bodyPr/>
        <a:lstStyle/>
        <a:p>
          <a:endParaRPr lang="en-US"/>
        </a:p>
      </dgm:t>
    </dgm:pt>
    <dgm:pt modelId="{9D72CDD3-5859-43DB-BD75-0C3C30E3DE62}">
      <dgm:prSet phldrT="[Text]" custT="1"/>
      <dgm:spPr/>
      <dgm:t>
        <a:bodyPr/>
        <a:lstStyle/>
        <a:p>
          <a:pPr algn="ctr"/>
          <a:r>
            <a:rPr lang="en-US" sz="1400" dirty="0"/>
            <a:t>Descriptive </a:t>
          </a:r>
        </a:p>
        <a:p>
          <a:pPr algn="ctr"/>
          <a:r>
            <a:rPr lang="en-US" sz="1400" dirty="0"/>
            <a:t>Essay</a:t>
          </a:r>
        </a:p>
      </dgm:t>
    </dgm:pt>
    <dgm:pt modelId="{1D5B1F83-33A7-4298-BC11-2B1252AFAEA5}" type="parTrans" cxnId="{DDB5AD9A-40B0-48EF-AF2C-8CCDA330F7FE}">
      <dgm:prSet/>
      <dgm:spPr/>
      <dgm:t>
        <a:bodyPr/>
        <a:lstStyle/>
        <a:p>
          <a:endParaRPr lang="en-US"/>
        </a:p>
      </dgm:t>
    </dgm:pt>
    <dgm:pt modelId="{15E25BD4-1EBF-43C2-8885-DBF66B8429E1}" type="sibTrans" cxnId="{DDB5AD9A-40B0-48EF-AF2C-8CCDA330F7FE}">
      <dgm:prSet/>
      <dgm:spPr/>
      <dgm:t>
        <a:bodyPr/>
        <a:lstStyle/>
        <a:p>
          <a:endParaRPr lang="en-US"/>
        </a:p>
      </dgm:t>
    </dgm:pt>
    <dgm:pt modelId="{F2881FB1-6580-4F21-A283-BFAA6F91D5D2}">
      <dgm:prSet phldrT="[Text]"/>
      <dgm:spPr/>
      <dgm:t>
        <a:bodyPr/>
        <a:lstStyle/>
        <a:p>
          <a:r>
            <a:rPr lang="en-US" dirty="0"/>
            <a:t>2</a:t>
          </a:r>
        </a:p>
      </dgm:t>
    </dgm:pt>
    <dgm:pt modelId="{2D960FDD-BADA-480D-9043-497C56588AD3}" type="parTrans" cxnId="{4A31D641-1B5D-46D3-B685-0C4DC6EFE71B}">
      <dgm:prSet/>
      <dgm:spPr/>
      <dgm:t>
        <a:bodyPr/>
        <a:lstStyle/>
        <a:p>
          <a:endParaRPr lang="en-US"/>
        </a:p>
      </dgm:t>
    </dgm:pt>
    <dgm:pt modelId="{A5ABDC17-7AB5-4F0E-992A-F9343F5D74EB}" type="sibTrans" cxnId="{4A31D641-1B5D-46D3-B685-0C4DC6EFE71B}">
      <dgm:prSet/>
      <dgm:spPr/>
      <dgm:t>
        <a:bodyPr/>
        <a:lstStyle/>
        <a:p>
          <a:endParaRPr lang="en-US"/>
        </a:p>
      </dgm:t>
    </dgm:pt>
    <dgm:pt modelId="{D5197DDB-D5D2-499F-B255-CF7BB5AE2B43}">
      <dgm:prSet phldrT="[Text]" custT="1"/>
      <dgm:spPr/>
      <dgm:t>
        <a:bodyPr/>
        <a:lstStyle/>
        <a:p>
          <a:pPr algn="ctr"/>
          <a:r>
            <a:rPr lang="en-US" sz="1400" dirty="0"/>
            <a:t>Compare and Contrast Essay</a:t>
          </a:r>
        </a:p>
      </dgm:t>
    </dgm:pt>
    <dgm:pt modelId="{B14A4DC9-F40A-4867-ADB8-4BA8A1F83766}" type="parTrans" cxnId="{3204ED53-15A0-4643-A582-021A785F1BA2}">
      <dgm:prSet/>
      <dgm:spPr/>
      <dgm:t>
        <a:bodyPr/>
        <a:lstStyle/>
        <a:p>
          <a:endParaRPr lang="en-US"/>
        </a:p>
      </dgm:t>
    </dgm:pt>
    <dgm:pt modelId="{29F2454A-2FA8-4B3A-AC63-4A0B9FD04A75}" type="sibTrans" cxnId="{3204ED53-15A0-4643-A582-021A785F1BA2}">
      <dgm:prSet/>
      <dgm:spPr/>
      <dgm:t>
        <a:bodyPr/>
        <a:lstStyle/>
        <a:p>
          <a:endParaRPr lang="en-US"/>
        </a:p>
      </dgm:t>
    </dgm:pt>
    <dgm:pt modelId="{6352CA33-6755-44BE-808F-400DA4CF80A7}">
      <dgm:prSet phldrT="[Text]"/>
      <dgm:spPr/>
      <dgm:t>
        <a:bodyPr/>
        <a:lstStyle/>
        <a:p>
          <a:r>
            <a:rPr lang="en-US" dirty="0"/>
            <a:t>3</a:t>
          </a:r>
        </a:p>
      </dgm:t>
    </dgm:pt>
    <dgm:pt modelId="{AEB59203-63BA-4A96-BADC-40BAEBD9AA40}" type="parTrans" cxnId="{82BAE5DD-3A79-4870-9019-1254385E0650}">
      <dgm:prSet/>
      <dgm:spPr/>
      <dgm:t>
        <a:bodyPr/>
        <a:lstStyle/>
        <a:p>
          <a:endParaRPr lang="en-US"/>
        </a:p>
      </dgm:t>
    </dgm:pt>
    <dgm:pt modelId="{AAB4CF73-4B9B-4AA0-9074-16C2D2AE00A1}" type="sibTrans" cxnId="{82BAE5DD-3A79-4870-9019-1254385E0650}">
      <dgm:prSet/>
      <dgm:spPr/>
      <dgm:t>
        <a:bodyPr/>
        <a:lstStyle/>
        <a:p>
          <a:endParaRPr lang="en-US"/>
        </a:p>
      </dgm:t>
    </dgm:pt>
    <dgm:pt modelId="{9614A323-64B1-4077-A841-022051EC749A}">
      <dgm:prSet phldrT="[Text]" custT="1"/>
      <dgm:spPr/>
      <dgm:t>
        <a:bodyPr/>
        <a:lstStyle/>
        <a:p>
          <a:pPr algn="ctr"/>
          <a:r>
            <a:rPr lang="en-US" sz="1400" dirty="0"/>
            <a:t>Narrative Essay</a:t>
          </a:r>
        </a:p>
      </dgm:t>
    </dgm:pt>
    <dgm:pt modelId="{E5F6BCBD-B84E-4018-BE9E-BF57FF3B4B36}" type="parTrans" cxnId="{FC7BD086-74EA-4D6C-9657-E916D355F209}">
      <dgm:prSet/>
      <dgm:spPr/>
      <dgm:t>
        <a:bodyPr/>
        <a:lstStyle/>
        <a:p>
          <a:endParaRPr lang="en-US"/>
        </a:p>
      </dgm:t>
    </dgm:pt>
    <dgm:pt modelId="{FEC2A79F-8857-403A-A738-E8CE75C965E2}" type="sibTrans" cxnId="{FC7BD086-74EA-4D6C-9657-E916D355F209}">
      <dgm:prSet/>
      <dgm:spPr/>
      <dgm:t>
        <a:bodyPr/>
        <a:lstStyle/>
        <a:p>
          <a:endParaRPr lang="en-US"/>
        </a:p>
      </dgm:t>
    </dgm:pt>
    <dgm:pt modelId="{7FCE83D9-631B-4420-BBFC-CA0AFA59F747}">
      <dgm:prSet phldrT="[Text]"/>
      <dgm:spPr/>
      <dgm:t>
        <a:bodyPr/>
        <a:lstStyle/>
        <a:p>
          <a:r>
            <a:rPr lang="en-US" dirty="0"/>
            <a:t>4</a:t>
          </a:r>
        </a:p>
      </dgm:t>
    </dgm:pt>
    <dgm:pt modelId="{C61EC981-13FA-4710-B079-D35692EEB764}" type="parTrans" cxnId="{E572418E-4340-4448-940D-253A2FA3B9B3}">
      <dgm:prSet/>
      <dgm:spPr/>
      <dgm:t>
        <a:bodyPr/>
        <a:lstStyle/>
        <a:p>
          <a:endParaRPr lang="en-US"/>
        </a:p>
      </dgm:t>
    </dgm:pt>
    <dgm:pt modelId="{1B48A0DE-4031-4D45-86A1-94CDAF68824A}" type="sibTrans" cxnId="{E572418E-4340-4448-940D-253A2FA3B9B3}">
      <dgm:prSet/>
      <dgm:spPr/>
      <dgm:t>
        <a:bodyPr/>
        <a:lstStyle/>
        <a:p>
          <a:endParaRPr lang="en-US"/>
        </a:p>
      </dgm:t>
    </dgm:pt>
    <dgm:pt modelId="{DB9FB862-4759-4D6A-84F3-01524B92723B}">
      <dgm:prSet phldrT="[Text]" custT="1"/>
      <dgm:spPr/>
      <dgm:t>
        <a:bodyPr/>
        <a:lstStyle/>
        <a:p>
          <a:pPr algn="ctr"/>
          <a:r>
            <a:rPr lang="en-US" sz="1400" dirty="0"/>
            <a:t>Discursive Essay</a:t>
          </a:r>
        </a:p>
      </dgm:t>
    </dgm:pt>
    <dgm:pt modelId="{CD1EE44C-3116-420B-89E3-1D797CB25D34}" type="parTrans" cxnId="{70CAB4FC-3D17-49C2-8A7B-F387031FCDCA}">
      <dgm:prSet/>
      <dgm:spPr/>
      <dgm:t>
        <a:bodyPr/>
        <a:lstStyle/>
        <a:p>
          <a:endParaRPr lang="en-US"/>
        </a:p>
      </dgm:t>
    </dgm:pt>
    <dgm:pt modelId="{4BD4D4A5-043E-4ED5-A5CA-8D46DADC3150}" type="sibTrans" cxnId="{70CAB4FC-3D17-49C2-8A7B-F387031FCDCA}">
      <dgm:prSet/>
      <dgm:spPr/>
      <dgm:t>
        <a:bodyPr/>
        <a:lstStyle/>
        <a:p>
          <a:endParaRPr lang="en-US"/>
        </a:p>
      </dgm:t>
    </dgm:pt>
    <dgm:pt modelId="{B43776CB-D0D1-4D29-BCB9-C690D63FB976}">
      <dgm:prSet phldrT="[Text]"/>
      <dgm:spPr/>
      <dgm:t>
        <a:bodyPr/>
        <a:lstStyle/>
        <a:p>
          <a:r>
            <a:rPr lang="en-US" dirty="0"/>
            <a:t>5</a:t>
          </a:r>
        </a:p>
      </dgm:t>
    </dgm:pt>
    <dgm:pt modelId="{A692DA3B-33C4-4EEB-BC5E-9F70FA7C59B9}" type="parTrans" cxnId="{591EB130-9BA6-408D-8AF7-951E5FCB1DEA}">
      <dgm:prSet/>
      <dgm:spPr/>
      <dgm:t>
        <a:bodyPr/>
        <a:lstStyle/>
        <a:p>
          <a:endParaRPr lang="en-US"/>
        </a:p>
      </dgm:t>
    </dgm:pt>
    <dgm:pt modelId="{2B295D23-4C15-4B97-85BA-D416A8169D8D}" type="sibTrans" cxnId="{591EB130-9BA6-408D-8AF7-951E5FCB1DEA}">
      <dgm:prSet/>
      <dgm:spPr/>
      <dgm:t>
        <a:bodyPr/>
        <a:lstStyle/>
        <a:p>
          <a:endParaRPr lang="en-US"/>
        </a:p>
      </dgm:t>
    </dgm:pt>
    <dgm:pt modelId="{05F3D492-EB14-4A65-89BB-E74C6F6C2E4E}">
      <dgm:prSet custT="1"/>
      <dgm:spPr/>
      <dgm:t>
        <a:bodyPr/>
        <a:lstStyle/>
        <a:p>
          <a:pPr algn="ctr"/>
          <a:r>
            <a:rPr lang="en-US" sz="1400" dirty="0"/>
            <a:t>Argumentative Essay</a:t>
          </a:r>
        </a:p>
      </dgm:t>
    </dgm:pt>
    <dgm:pt modelId="{F27FF31A-4DAD-4DD2-9119-CBD3914F5CD7}" type="parTrans" cxnId="{0CBE1B35-D8A2-4F46-8E6B-EC85405DD472}">
      <dgm:prSet/>
      <dgm:spPr/>
      <dgm:t>
        <a:bodyPr/>
        <a:lstStyle/>
        <a:p>
          <a:endParaRPr lang="en-US"/>
        </a:p>
      </dgm:t>
    </dgm:pt>
    <dgm:pt modelId="{EA8AE30A-CE0E-4D35-B95E-A30951C2A1EA}" type="sibTrans" cxnId="{0CBE1B35-D8A2-4F46-8E6B-EC85405DD472}">
      <dgm:prSet/>
      <dgm:spPr/>
      <dgm:t>
        <a:bodyPr/>
        <a:lstStyle/>
        <a:p>
          <a:endParaRPr lang="en-US"/>
        </a:p>
      </dgm:t>
    </dgm:pt>
    <dgm:pt modelId="{0DC7A063-583D-4B0F-88B2-BD54F95D95AF}" type="pres">
      <dgm:prSet presAssocID="{00C18FBF-3FF5-4C16-97CF-AF03740D7AB6}" presName="list" presStyleCnt="0">
        <dgm:presLayoutVars>
          <dgm:dir/>
          <dgm:animLvl val="lvl"/>
        </dgm:presLayoutVars>
      </dgm:prSet>
      <dgm:spPr/>
    </dgm:pt>
    <dgm:pt modelId="{3B23570A-ECC9-4DF8-BCB4-0465C69CBB88}" type="pres">
      <dgm:prSet presAssocID="{B4F1B46E-22B2-4721-950C-8704487586DC}" presName="posSpace" presStyleCnt="0"/>
      <dgm:spPr/>
    </dgm:pt>
    <dgm:pt modelId="{FC66A233-6BBA-46AF-B2F6-28E379B158E2}" type="pres">
      <dgm:prSet presAssocID="{B4F1B46E-22B2-4721-950C-8704487586DC}" presName="vertFlow" presStyleCnt="0"/>
      <dgm:spPr/>
    </dgm:pt>
    <dgm:pt modelId="{46739A04-1AA3-49C6-8EA7-EB1DE975B900}" type="pres">
      <dgm:prSet presAssocID="{B4F1B46E-22B2-4721-950C-8704487586DC}" presName="topSpace" presStyleCnt="0"/>
      <dgm:spPr/>
    </dgm:pt>
    <dgm:pt modelId="{535C6EC9-8098-42C5-8527-E62FF045E4EB}" type="pres">
      <dgm:prSet presAssocID="{B4F1B46E-22B2-4721-950C-8704487586DC}" presName="firstComp" presStyleCnt="0"/>
      <dgm:spPr/>
    </dgm:pt>
    <dgm:pt modelId="{6B08AC4B-4CEC-41E5-AE19-47A4E2720563}" type="pres">
      <dgm:prSet presAssocID="{B4F1B46E-22B2-4721-950C-8704487586DC}" presName="firstChild" presStyleLbl="bgAccFollowNode1" presStyleIdx="0" presStyleCnt="5"/>
      <dgm:spPr/>
    </dgm:pt>
    <dgm:pt modelId="{187D4E8C-5C91-4D00-870C-2C45D4EA263C}" type="pres">
      <dgm:prSet presAssocID="{B4F1B46E-22B2-4721-950C-8704487586DC}" presName="firstChildTx" presStyleLbl="bgAccFollowNode1" presStyleIdx="0" presStyleCnt="5">
        <dgm:presLayoutVars>
          <dgm:bulletEnabled val="1"/>
        </dgm:presLayoutVars>
      </dgm:prSet>
      <dgm:spPr/>
    </dgm:pt>
    <dgm:pt modelId="{3845DB9A-BEF3-4D5D-B9C7-5FC0456401AC}" type="pres">
      <dgm:prSet presAssocID="{B4F1B46E-22B2-4721-950C-8704487586DC}" presName="negSpace" presStyleCnt="0"/>
      <dgm:spPr/>
    </dgm:pt>
    <dgm:pt modelId="{FC7ED273-8CFD-43C2-9C05-44FADF3E0637}" type="pres">
      <dgm:prSet presAssocID="{B4F1B46E-22B2-4721-950C-8704487586DC}" presName="circle" presStyleLbl="node1" presStyleIdx="0" presStyleCnt="5"/>
      <dgm:spPr/>
    </dgm:pt>
    <dgm:pt modelId="{13C564B0-C27E-4ABA-AFDA-59E145B256BA}" type="pres">
      <dgm:prSet presAssocID="{A7E2530A-34E2-4E9F-BC78-8920BA140C41}" presName="transSpace" presStyleCnt="0"/>
      <dgm:spPr/>
    </dgm:pt>
    <dgm:pt modelId="{6300E233-87DF-4270-9808-160BFEB8A5BE}" type="pres">
      <dgm:prSet presAssocID="{F2881FB1-6580-4F21-A283-BFAA6F91D5D2}" presName="posSpace" presStyleCnt="0"/>
      <dgm:spPr/>
    </dgm:pt>
    <dgm:pt modelId="{6E53DEF7-499E-42EE-802D-59B2F8915392}" type="pres">
      <dgm:prSet presAssocID="{F2881FB1-6580-4F21-A283-BFAA6F91D5D2}" presName="vertFlow" presStyleCnt="0"/>
      <dgm:spPr/>
    </dgm:pt>
    <dgm:pt modelId="{E08C30D1-35EA-4D05-9731-5D01E3FCBD09}" type="pres">
      <dgm:prSet presAssocID="{F2881FB1-6580-4F21-A283-BFAA6F91D5D2}" presName="topSpace" presStyleCnt="0"/>
      <dgm:spPr/>
    </dgm:pt>
    <dgm:pt modelId="{2F3BD88A-9166-4A26-B941-B9BAEE1A11D5}" type="pres">
      <dgm:prSet presAssocID="{F2881FB1-6580-4F21-A283-BFAA6F91D5D2}" presName="firstComp" presStyleCnt="0"/>
      <dgm:spPr/>
    </dgm:pt>
    <dgm:pt modelId="{F660F4B9-35DB-4256-A868-A35C6DCCF6B2}" type="pres">
      <dgm:prSet presAssocID="{F2881FB1-6580-4F21-A283-BFAA6F91D5D2}" presName="firstChild" presStyleLbl="bgAccFollowNode1" presStyleIdx="1" presStyleCnt="5"/>
      <dgm:spPr/>
    </dgm:pt>
    <dgm:pt modelId="{10C9E3CF-3A8F-4100-8ACD-91E2373197A2}" type="pres">
      <dgm:prSet presAssocID="{F2881FB1-6580-4F21-A283-BFAA6F91D5D2}" presName="firstChildTx" presStyleLbl="bgAccFollowNode1" presStyleIdx="1" presStyleCnt="5">
        <dgm:presLayoutVars>
          <dgm:bulletEnabled val="1"/>
        </dgm:presLayoutVars>
      </dgm:prSet>
      <dgm:spPr/>
    </dgm:pt>
    <dgm:pt modelId="{69136330-53DB-4978-A56B-160862279381}" type="pres">
      <dgm:prSet presAssocID="{F2881FB1-6580-4F21-A283-BFAA6F91D5D2}" presName="negSpace" presStyleCnt="0"/>
      <dgm:spPr/>
    </dgm:pt>
    <dgm:pt modelId="{FD776C1E-557E-4553-9447-49B69EEC7907}" type="pres">
      <dgm:prSet presAssocID="{F2881FB1-6580-4F21-A283-BFAA6F91D5D2}" presName="circle" presStyleLbl="node1" presStyleIdx="1" presStyleCnt="5"/>
      <dgm:spPr/>
    </dgm:pt>
    <dgm:pt modelId="{FC2522F1-14BB-4B37-B60E-2E8A7E8A6C30}" type="pres">
      <dgm:prSet presAssocID="{A5ABDC17-7AB5-4F0E-992A-F9343F5D74EB}" presName="transSpace" presStyleCnt="0"/>
      <dgm:spPr/>
    </dgm:pt>
    <dgm:pt modelId="{2C2F6211-85A7-47FE-9239-DE94DF41A263}" type="pres">
      <dgm:prSet presAssocID="{6352CA33-6755-44BE-808F-400DA4CF80A7}" presName="posSpace" presStyleCnt="0"/>
      <dgm:spPr/>
    </dgm:pt>
    <dgm:pt modelId="{7B0C2EAE-70CB-4160-863D-210C3C66D5FD}" type="pres">
      <dgm:prSet presAssocID="{6352CA33-6755-44BE-808F-400DA4CF80A7}" presName="vertFlow" presStyleCnt="0"/>
      <dgm:spPr/>
    </dgm:pt>
    <dgm:pt modelId="{5AF3752E-55A6-443C-AD35-C49DF50A4566}" type="pres">
      <dgm:prSet presAssocID="{6352CA33-6755-44BE-808F-400DA4CF80A7}" presName="topSpace" presStyleCnt="0"/>
      <dgm:spPr/>
    </dgm:pt>
    <dgm:pt modelId="{53567A66-F0E9-4EF8-ADA9-764BA36AA6A9}" type="pres">
      <dgm:prSet presAssocID="{6352CA33-6755-44BE-808F-400DA4CF80A7}" presName="firstComp" presStyleCnt="0"/>
      <dgm:spPr/>
    </dgm:pt>
    <dgm:pt modelId="{AD2806AC-6A03-4F05-9F4D-F72EA0E56FBF}" type="pres">
      <dgm:prSet presAssocID="{6352CA33-6755-44BE-808F-400DA4CF80A7}" presName="firstChild" presStyleLbl="bgAccFollowNode1" presStyleIdx="2" presStyleCnt="5"/>
      <dgm:spPr/>
    </dgm:pt>
    <dgm:pt modelId="{F8977219-728E-448F-AE8B-46B14F4F17DE}" type="pres">
      <dgm:prSet presAssocID="{6352CA33-6755-44BE-808F-400DA4CF80A7}" presName="firstChildTx" presStyleLbl="bgAccFollowNode1" presStyleIdx="2" presStyleCnt="5">
        <dgm:presLayoutVars>
          <dgm:bulletEnabled val="1"/>
        </dgm:presLayoutVars>
      </dgm:prSet>
      <dgm:spPr/>
    </dgm:pt>
    <dgm:pt modelId="{FBCC4E74-37C0-494F-ABC0-7D18132E1437}" type="pres">
      <dgm:prSet presAssocID="{6352CA33-6755-44BE-808F-400DA4CF80A7}" presName="negSpace" presStyleCnt="0"/>
      <dgm:spPr/>
    </dgm:pt>
    <dgm:pt modelId="{89E6DA6E-7A23-44BD-8A99-378091FF741D}" type="pres">
      <dgm:prSet presAssocID="{6352CA33-6755-44BE-808F-400DA4CF80A7}" presName="circle" presStyleLbl="node1" presStyleIdx="2" presStyleCnt="5"/>
      <dgm:spPr/>
    </dgm:pt>
    <dgm:pt modelId="{E966790E-26B5-4EB8-981F-1094BF4B7611}" type="pres">
      <dgm:prSet presAssocID="{AAB4CF73-4B9B-4AA0-9074-16C2D2AE00A1}" presName="transSpace" presStyleCnt="0"/>
      <dgm:spPr/>
    </dgm:pt>
    <dgm:pt modelId="{229B7655-E1F4-4CF5-84B8-30F0491D32B5}" type="pres">
      <dgm:prSet presAssocID="{7FCE83D9-631B-4420-BBFC-CA0AFA59F747}" presName="posSpace" presStyleCnt="0"/>
      <dgm:spPr/>
    </dgm:pt>
    <dgm:pt modelId="{F85FFCDF-8E5F-492B-B22D-55A08EACE783}" type="pres">
      <dgm:prSet presAssocID="{7FCE83D9-631B-4420-BBFC-CA0AFA59F747}" presName="vertFlow" presStyleCnt="0"/>
      <dgm:spPr/>
    </dgm:pt>
    <dgm:pt modelId="{600B3FB2-1315-4A84-8613-B445666BC7D2}" type="pres">
      <dgm:prSet presAssocID="{7FCE83D9-631B-4420-BBFC-CA0AFA59F747}" presName="topSpace" presStyleCnt="0"/>
      <dgm:spPr/>
    </dgm:pt>
    <dgm:pt modelId="{E47C73E9-FBEE-4370-9B3F-E04EB7C4023A}" type="pres">
      <dgm:prSet presAssocID="{7FCE83D9-631B-4420-BBFC-CA0AFA59F747}" presName="firstComp" presStyleCnt="0"/>
      <dgm:spPr/>
    </dgm:pt>
    <dgm:pt modelId="{402C2C77-A32C-4D99-9940-12535E1181F2}" type="pres">
      <dgm:prSet presAssocID="{7FCE83D9-631B-4420-BBFC-CA0AFA59F747}" presName="firstChild" presStyleLbl="bgAccFollowNode1" presStyleIdx="3" presStyleCnt="5"/>
      <dgm:spPr/>
    </dgm:pt>
    <dgm:pt modelId="{5B88A17E-EFF5-4A04-9CC9-D2131DA9ECCC}" type="pres">
      <dgm:prSet presAssocID="{7FCE83D9-631B-4420-BBFC-CA0AFA59F747}" presName="firstChildTx" presStyleLbl="bgAccFollowNode1" presStyleIdx="3" presStyleCnt="5">
        <dgm:presLayoutVars>
          <dgm:bulletEnabled val="1"/>
        </dgm:presLayoutVars>
      </dgm:prSet>
      <dgm:spPr/>
    </dgm:pt>
    <dgm:pt modelId="{9051EF7D-7D6C-4B43-A6C4-239F9933C94D}" type="pres">
      <dgm:prSet presAssocID="{7FCE83D9-631B-4420-BBFC-CA0AFA59F747}" presName="negSpace" presStyleCnt="0"/>
      <dgm:spPr/>
    </dgm:pt>
    <dgm:pt modelId="{7453D9C8-CD6E-4AA4-8A19-7F6F667528F0}" type="pres">
      <dgm:prSet presAssocID="{7FCE83D9-631B-4420-BBFC-CA0AFA59F747}" presName="circle" presStyleLbl="node1" presStyleIdx="3" presStyleCnt="5"/>
      <dgm:spPr/>
    </dgm:pt>
    <dgm:pt modelId="{F39EEB7B-1CF7-41F9-A91C-E35627094605}" type="pres">
      <dgm:prSet presAssocID="{1B48A0DE-4031-4D45-86A1-94CDAF68824A}" presName="transSpace" presStyleCnt="0"/>
      <dgm:spPr/>
    </dgm:pt>
    <dgm:pt modelId="{AD5843EC-427C-401D-B49F-338DA019764B}" type="pres">
      <dgm:prSet presAssocID="{B43776CB-D0D1-4D29-BCB9-C690D63FB976}" presName="posSpace" presStyleCnt="0"/>
      <dgm:spPr/>
    </dgm:pt>
    <dgm:pt modelId="{B48EF558-FB37-408A-9504-D2F4FD91034A}" type="pres">
      <dgm:prSet presAssocID="{B43776CB-D0D1-4D29-BCB9-C690D63FB976}" presName="vertFlow" presStyleCnt="0"/>
      <dgm:spPr/>
    </dgm:pt>
    <dgm:pt modelId="{E80BE8B8-B6C9-42A7-A540-1CBC67A282B4}" type="pres">
      <dgm:prSet presAssocID="{B43776CB-D0D1-4D29-BCB9-C690D63FB976}" presName="topSpace" presStyleCnt="0"/>
      <dgm:spPr/>
    </dgm:pt>
    <dgm:pt modelId="{C7E7C3A2-375C-4A54-A767-ADECC3B92B09}" type="pres">
      <dgm:prSet presAssocID="{B43776CB-D0D1-4D29-BCB9-C690D63FB976}" presName="firstComp" presStyleCnt="0"/>
      <dgm:spPr/>
    </dgm:pt>
    <dgm:pt modelId="{8331FE23-5BB4-4B62-8371-681132C48F32}" type="pres">
      <dgm:prSet presAssocID="{B43776CB-D0D1-4D29-BCB9-C690D63FB976}" presName="firstChild" presStyleLbl="bgAccFollowNode1" presStyleIdx="4" presStyleCnt="5" custLinFactNeighborX="766"/>
      <dgm:spPr/>
    </dgm:pt>
    <dgm:pt modelId="{967E95E3-EA9D-4C4E-8EA6-1F17493655C4}" type="pres">
      <dgm:prSet presAssocID="{B43776CB-D0D1-4D29-BCB9-C690D63FB976}" presName="firstChildTx" presStyleLbl="bgAccFollowNode1" presStyleIdx="4" presStyleCnt="5">
        <dgm:presLayoutVars>
          <dgm:bulletEnabled val="1"/>
        </dgm:presLayoutVars>
      </dgm:prSet>
      <dgm:spPr/>
    </dgm:pt>
    <dgm:pt modelId="{A8B6345B-0F79-4D15-8183-FE329BF35886}" type="pres">
      <dgm:prSet presAssocID="{B43776CB-D0D1-4D29-BCB9-C690D63FB976}" presName="negSpace" presStyleCnt="0"/>
      <dgm:spPr/>
    </dgm:pt>
    <dgm:pt modelId="{1A312C2E-F426-4EB7-AD3A-7B6DF1021E76}" type="pres">
      <dgm:prSet presAssocID="{B43776CB-D0D1-4D29-BCB9-C690D63FB976}" presName="circle" presStyleLbl="node1" presStyleIdx="4" presStyleCnt="5"/>
      <dgm:spPr/>
    </dgm:pt>
  </dgm:ptLst>
  <dgm:cxnLst>
    <dgm:cxn modelId="{20AF3F0D-FCCC-4AE8-8B10-DDA56D69A389}" type="presOf" srcId="{6352CA33-6755-44BE-808F-400DA4CF80A7}" destId="{89E6DA6E-7A23-44BD-8A99-378091FF741D}" srcOrd="0" destOrd="0" presId="urn:microsoft.com/office/officeart/2005/8/layout/hList9"/>
    <dgm:cxn modelId="{7F3B5912-CE3A-4F69-B6A0-82162798FA63}" type="presOf" srcId="{00C18FBF-3FF5-4C16-97CF-AF03740D7AB6}" destId="{0DC7A063-583D-4B0F-88B2-BD54F95D95AF}" srcOrd="0" destOrd="0" presId="urn:microsoft.com/office/officeart/2005/8/layout/hList9"/>
    <dgm:cxn modelId="{9740321C-35B3-4F5F-BD46-905CB7B8FAEB}" type="presOf" srcId="{9614A323-64B1-4077-A841-022051EC749A}" destId="{AD2806AC-6A03-4F05-9F4D-F72EA0E56FBF}" srcOrd="0" destOrd="0" presId="urn:microsoft.com/office/officeart/2005/8/layout/hList9"/>
    <dgm:cxn modelId="{591EB130-9BA6-408D-8AF7-951E5FCB1DEA}" srcId="{00C18FBF-3FF5-4C16-97CF-AF03740D7AB6}" destId="{B43776CB-D0D1-4D29-BCB9-C690D63FB976}" srcOrd="4" destOrd="0" parTransId="{A692DA3B-33C4-4EEB-BC5E-9F70FA7C59B9}" sibTransId="{2B295D23-4C15-4B97-85BA-D416A8169D8D}"/>
    <dgm:cxn modelId="{0CBE1B35-D8A2-4F46-8E6B-EC85405DD472}" srcId="{B43776CB-D0D1-4D29-BCB9-C690D63FB976}" destId="{05F3D492-EB14-4A65-89BB-E74C6F6C2E4E}" srcOrd="0" destOrd="0" parTransId="{F27FF31A-4DAD-4DD2-9119-CBD3914F5CD7}" sibTransId="{EA8AE30A-CE0E-4D35-B95E-A30951C2A1EA}"/>
    <dgm:cxn modelId="{70AA2139-FA57-4EAA-83C0-CFBB31F3B2CD}" type="presOf" srcId="{9D72CDD3-5859-43DB-BD75-0C3C30E3DE62}" destId="{187D4E8C-5C91-4D00-870C-2C45D4EA263C}" srcOrd="1" destOrd="0" presId="urn:microsoft.com/office/officeart/2005/8/layout/hList9"/>
    <dgm:cxn modelId="{4A31D641-1B5D-46D3-B685-0C4DC6EFE71B}" srcId="{00C18FBF-3FF5-4C16-97CF-AF03740D7AB6}" destId="{F2881FB1-6580-4F21-A283-BFAA6F91D5D2}" srcOrd="1" destOrd="0" parTransId="{2D960FDD-BADA-480D-9043-497C56588AD3}" sibTransId="{A5ABDC17-7AB5-4F0E-992A-F9343F5D74EB}"/>
    <dgm:cxn modelId="{16E03549-76FD-4D73-932D-9C88E7D9FF05}" type="presOf" srcId="{DB9FB862-4759-4D6A-84F3-01524B92723B}" destId="{402C2C77-A32C-4D99-9940-12535E1181F2}" srcOrd="0" destOrd="0" presId="urn:microsoft.com/office/officeart/2005/8/layout/hList9"/>
    <dgm:cxn modelId="{3204ED53-15A0-4643-A582-021A785F1BA2}" srcId="{F2881FB1-6580-4F21-A283-BFAA6F91D5D2}" destId="{D5197DDB-D5D2-499F-B255-CF7BB5AE2B43}" srcOrd="0" destOrd="0" parTransId="{B14A4DC9-F40A-4867-ADB8-4BA8A1F83766}" sibTransId="{29F2454A-2FA8-4B3A-AC63-4A0B9FD04A75}"/>
    <dgm:cxn modelId="{CCB5E175-464B-4FD2-80A0-8BEE1C82BDC1}" type="presOf" srcId="{B43776CB-D0D1-4D29-BCB9-C690D63FB976}" destId="{1A312C2E-F426-4EB7-AD3A-7B6DF1021E76}" srcOrd="0" destOrd="0" presId="urn:microsoft.com/office/officeart/2005/8/layout/hList9"/>
    <dgm:cxn modelId="{B2647B56-8947-4632-AB4A-42CBB9B48494}" type="presOf" srcId="{7FCE83D9-631B-4420-BBFC-CA0AFA59F747}" destId="{7453D9C8-CD6E-4AA4-8A19-7F6F667528F0}" srcOrd="0" destOrd="0" presId="urn:microsoft.com/office/officeart/2005/8/layout/hList9"/>
    <dgm:cxn modelId="{E83CF056-332F-4CB7-8526-C903CEE2F7E1}" type="presOf" srcId="{05F3D492-EB14-4A65-89BB-E74C6F6C2E4E}" destId="{967E95E3-EA9D-4C4E-8EA6-1F17493655C4}" srcOrd="1" destOrd="0" presId="urn:microsoft.com/office/officeart/2005/8/layout/hList9"/>
    <dgm:cxn modelId="{FC7BD086-74EA-4D6C-9657-E916D355F209}" srcId="{6352CA33-6755-44BE-808F-400DA4CF80A7}" destId="{9614A323-64B1-4077-A841-022051EC749A}" srcOrd="0" destOrd="0" parTransId="{E5F6BCBD-B84E-4018-BE9E-BF57FF3B4B36}" sibTransId="{FEC2A79F-8857-403A-A738-E8CE75C965E2}"/>
    <dgm:cxn modelId="{E572418E-4340-4448-940D-253A2FA3B9B3}" srcId="{00C18FBF-3FF5-4C16-97CF-AF03740D7AB6}" destId="{7FCE83D9-631B-4420-BBFC-CA0AFA59F747}" srcOrd="3" destOrd="0" parTransId="{C61EC981-13FA-4710-B079-D35692EEB764}" sibTransId="{1B48A0DE-4031-4D45-86A1-94CDAF68824A}"/>
    <dgm:cxn modelId="{B736D792-8630-4423-BF25-ED6293A18ADD}" type="presOf" srcId="{9614A323-64B1-4077-A841-022051EC749A}" destId="{F8977219-728E-448F-AE8B-46B14F4F17DE}" srcOrd="1" destOrd="0" presId="urn:microsoft.com/office/officeart/2005/8/layout/hList9"/>
    <dgm:cxn modelId="{6C9D5899-99E2-4916-98F9-1660647928E3}" type="presOf" srcId="{DB9FB862-4759-4D6A-84F3-01524B92723B}" destId="{5B88A17E-EFF5-4A04-9CC9-D2131DA9ECCC}" srcOrd="1" destOrd="0" presId="urn:microsoft.com/office/officeart/2005/8/layout/hList9"/>
    <dgm:cxn modelId="{DDB5AD9A-40B0-48EF-AF2C-8CCDA330F7FE}" srcId="{B4F1B46E-22B2-4721-950C-8704487586DC}" destId="{9D72CDD3-5859-43DB-BD75-0C3C30E3DE62}" srcOrd="0" destOrd="0" parTransId="{1D5B1F83-33A7-4298-BC11-2B1252AFAEA5}" sibTransId="{15E25BD4-1EBF-43C2-8885-DBF66B8429E1}"/>
    <dgm:cxn modelId="{3F6594A8-078B-4AAD-AFC7-A1E742E666C7}" type="presOf" srcId="{05F3D492-EB14-4A65-89BB-E74C6F6C2E4E}" destId="{8331FE23-5BB4-4B62-8371-681132C48F32}" srcOrd="0" destOrd="0" presId="urn:microsoft.com/office/officeart/2005/8/layout/hList9"/>
    <dgm:cxn modelId="{2C8317B2-2EBB-4589-86EA-C77B3B6E81AA}" srcId="{00C18FBF-3FF5-4C16-97CF-AF03740D7AB6}" destId="{B4F1B46E-22B2-4721-950C-8704487586DC}" srcOrd="0" destOrd="0" parTransId="{E8A66543-CC4D-4785-A93E-5B125E09F826}" sibTransId="{A7E2530A-34E2-4E9F-BC78-8920BA140C41}"/>
    <dgm:cxn modelId="{2DF4FDC6-9998-45E2-B49B-7BDDAE43878E}" type="presOf" srcId="{B4F1B46E-22B2-4721-950C-8704487586DC}" destId="{FC7ED273-8CFD-43C2-9C05-44FADF3E0637}" srcOrd="0" destOrd="0" presId="urn:microsoft.com/office/officeart/2005/8/layout/hList9"/>
    <dgm:cxn modelId="{A587C2CB-6562-4021-B4BF-D479DBE9444F}" type="presOf" srcId="{D5197DDB-D5D2-499F-B255-CF7BB5AE2B43}" destId="{F660F4B9-35DB-4256-A868-A35C6DCCF6B2}" srcOrd="0" destOrd="0" presId="urn:microsoft.com/office/officeart/2005/8/layout/hList9"/>
    <dgm:cxn modelId="{77F620CE-FC2D-42CF-890C-6A28A43BA06E}" type="presOf" srcId="{F2881FB1-6580-4F21-A283-BFAA6F91D5D2}" destId="{FD776C1E-557E-4553-9447-49B69EEC7907}" srcOrd="0" destOrd="0" presId="urn:microsoft.com/office/officeart/2005/8/layout/hList9"/>
    <dgm:cxn modelId="{AACC54D1-0243-46E9-9624-A663799E8A06}" type="presOf" srcId="{9D72CDD3-5859-43DB-BD75-0C3C30E3DE62}" destId="{6B08AC4B-4CEC-41E5-AE19-47A4E2720563}" srcOrd="0" destOrd="0" presId="urn:microsoft.com/office/officeart/2005/8/layout/hList9"/>
    <dgm:cxn modelId="{82BAE5DD-3A79-4870-9019-1254385E0650}" srcId="{00C18FBF-3FF5-4C16-97CF-AF03740D7AB6}" destId="{6352CA33-6755-44BE-808F-400DA4CF80A7}" srcOrd="2" destOrd="0" parTransId="{AEB59203-63BA-4A96-BADC-40BAEBD9AA40}" sibTransId="{AAB4CF73-4B9B-4AA0-9074-16C2D2AE00A1}"/>
    <dgm:cxn modelId="{59E871E8-E7D2-4CCC-B749-A714977AF5E6}" type="presOf" srcId="{D5197DDB-D5D2-499F-B255-CF7BB5AE2B43}" destId="{10C9E3CF-3A8F-4100-8ACD-91E2373197A2}" srcOrd="1" destOrd="0" presId="urn:microsoft.com/office/officeart/2005/8/layout/hList9"/>
    <dgm:cxn modelId="{70CAB4FC-3D17-49C2-8A7B-F387031FCDCA}" srcId="{7FCE83D9-631B-4420-BBFC-CA0AFA59F747}" destId="{DB9FB862-4759-4D6A-84F3-01524B92723B}" srcOrd="0" destOrd="0" parTransId="{CD1EE44C-3116-420B-89E3-1D797CB25D34}" sibTransId="{4BD4D4A5-043E-4ED5-A5CA-8D46DADC3150}"/>
    <dgm:cxn modelId="{E1D1E23B-EC87-45CC-9E87-38B27A23764D}" type="presParOf" srcId="{0DC7A063-583D-4B0F-88B2-BD54F95D95AF}" destId="{3B23570A-ECC9-4DF8-BCB4-0465C69CBB88}" srcOrd="0" destOrd="0" presId="urn:microsoft.com/office/officeart/2005/8/layout/hList9"/>
    <dgm:cxn modelId="{82537023-5CD7-4BB7-84CF-DE8196338CF2}" type="presParOf" srcId="{0DC7A063-583D-4B0F-88B2-BD54F95D95AF}" destId="{FC66A233-6BBA-46AF-B2F6-28E379B158E2}" srcOrd="1" destOrd="0" presId="urn:microsoft.com/office/officeart/2005/8/layout/hList9"/>
    <dgm:cxn modelId="{5DFED7C8-2E54-4441-B032-3A4788B2A8D3}" type="presParOf" srcId="{FC66A233-6BBA-46AF-B2F6-28E379B158E2}" destId="{46739A04-1AA3-49C6-8EA7-EB1DE975B900}" srcOrd="0" destOrd="0" presId="urn:microsoft.com/office/officeart/2005/8/layout/hList9"/>
    <dgm:cxn modelId="{59D81910-4316-4EAE-9A67-0B3EDF027306}" type="presParOf" srcId="{FC66A233-6BBA-46AF-B2F6-28E379B158E2}" destId="{535C6EC9-8098-42C5-8527-E62FF045E4EB}" srcOrd="1" destOrd="0" presId="urn:microsoft.com/office/officeart/2005/8/layout/hList9"/>
    <dgm:cxn modelId="{C4FBC461-0B5D-4B7E-9CAF-A88B1223F18A}" type="presParOf" srcId="{535C6EC9-8098-42C5-8527-E62FF045E4EB}" destId="{6B08AC4B-4CEC-41E5-AE19-47A4E2720563}" srcOrd="0" destOrd="0" presId="urn:microsoft.com/office/officeart/2005/8/layout/hList9"/>
    <dgm:cxn modelId="{16A1B336-CE68-4171-8D18-284543992BEA}" type="presParOf" srcId="{535C6EC9-8098-42C5-8527-E62FF045E4EB}" destId="{187D4E8C-5C91-4D00-870C-2C45D4EA263C}" srcOrd="1" destOrd="0" presId="urn:microsoft.com/office/officeart/2005/8/layout/hList9"/>
    <dgm:cxn modelId="{DEF99A7A-98F1-424D-AC92-7C6B69A0E544}" type="presParOf" srcId="{0DC7A063-583D-4B0F-88B2-BD54F95D95AF}" destId="{3845DB9A-BEF3-4D5D-B9C7-5FC0456401AC}" srcOrd="2" destOrd="0" presId="urn:microsoft.com/office/officeart/2005/8/layout/hList9"/>
    <dgm:cxn modelId="{ACD8FD0D-39C9-49DB-B77E-B03522FDF5FC}" type="presParOf" srcId="{0DC7A063-583D-4B0F-88B2-BD54F95D95AF}" destId="{FC7ED273-8CFD-43C2-9C05-44FADF3E0637}" srcOrd="3" destOrd="0" presId="urn:microsoft.com/office/officeart/2005/8/layout/hList9"/>
    <dgm:cxn modelId="{2C72EC61-81F4-4DCD-A533-255CBC66AE34}" type="presParOf" srcId="{0DC7A063-583D-4B0F-88B2-BD54F95D95AF}" destId="{13C564B0-C27E-4ABA-AFDA-59E145B256BA}" srcOrd="4" destOrd="0" presId="urn:microsoft.com/office/officeart/2005/8/layout/hList9"/>
    <dgm:cxn modelId="{775600F8-FCFE-4862-8108-85F84EA9DEE2}" type="presParOf" srcId="{0DC7A063-583D-4B0F-88B2-BD54F95D95AF}" destId="{6300E233-87DF-4270-9808-160BFEB8A5BE}" srcOrd="5" destOrd="0" presId="urn:microsoft.com/office/officeart/2005/8/layout/hList9"/>
    <dgm:cxn modelId="{AE3B7A69-67E7-41D2-BC1A-3586A3CC259D}" type="presParOf" srcId="{0DC7A063-583D-4B0F-88B2-BD54F95D95AF}" destId="{6E53DEF7-499E-42EE-802D-59B2F8915392}" srcOrd="6" destOrd="0" presId="urn:microsoft.com/office/officeart/2005/8/layout/hList9"/>
    <dgm:cxn modelId="{76A9B804-07B5-4060-AA61-249A1765ECB9}" type="presParOf" srcId="{6E53DEF7-499E-42EE-802D-59B2F8915392}" destId="{E08C30D1-35EA-4D05-9731-5D01E3FCBD09}" srcOrd="0" destOrd="0" presId="urn:microsoft.com/office/officeart/2005/8/layout/hList9"/>
    <dgm:cxn modelId="{6162898E-21FD-497B-BFEE-B78CF45F7D9A}" type="presParOf" srcId="{6E53DEF7-499E-42EE-802D-59B2F8915392}" destId="{2F3BD88A-9166-4A26-B941-B9BAEE1A11D5}" srcOrd="1" destOrd="0" presId="urn:microsoft.com/office/officeart/2005/8/layout/hList9"/>
    <dgm:cxn modelId="{71D4EFDE-15BC-4327-9242-5F72F9DAFAD4}" type="presParOf" srcId="{2F3BD88A-9166-4A26-B941-B9BAEE1A11D5}" destId="{F660F4B9-35DB-4256-A868-A35C6DCCF6B2}" srcOrd="0" destOrd="0" presId="urn:microsoft.com/office/officeart/2005/8/layout/hList9"/>
    <dgm:cxn modelId="{9B414BA4-2018-40DF-8E7D-AD7E78EF0217}" type="presParOf" srcId="{2F3BD88A-9166-4A26-B941-B9BAEE1A11D5}" destId="{10C9E3CF-3A8F-4100-8ACD-91E2373197A2}" srcOrd="1" destOrd="0" presId="urn:microsoft.com/office/officeart/2005/8/layout/hList9"/>
    <dgm:cxn modelId="{D8406746-50BE-425E-A523-9ED524500743}" type="presParOf" srcId="{0DC7A063-583D-4B0F-88B2-BD54F95D95AF}" destId="{69136330-53DB-4978-A56B-160862279381}" srcOrd="7" destOrd="0" presId="urn:microsoft.com/office/officeart/2005/8/layout/hList9"/>
    <dgm:cxn modelId="{A91BC494-75AC-4CCA-8CC1-7E9884C2F3AD}" type="presParOf" srcId="{0DC7A063-583D-4B0F-88B2-BD54F95D95AF}" destId="{FD776C1E-557E-4553-9447-49B69EEC7907}" srcOrd="8" destOrd="0" presId="urn:microsoft.com/office/officeart/2005/8/layout/hList9"/>
    <dgm:cxn modelId="{487F9920-08DF-4AC5-BA64-D35F42602B66}" type="presParOf" srcId="{0DC7A063-583D-4B0F-88B2-BD54F95D95AF}" destId="{FC2522F1-14BB-4B37-B60E-2E8A7E8A6C30}" srcOrd="9" destOrd="0" presId="urn:microsoft.com/office/officeart/2005/8/layout/hList9"/>
    <dgm:cxn modelId="{DC194D92-7E98-42DD-A8CA-BCD1EDD2C95D}" type="presParOf" srcId="{0DC7A063-583D-4B0F-88B2-BD54F95D95AF}" destId="{2C2F6211-85A7-47FE-9239-DE94DF41A263}" srcOrd="10" destOrd="0" presId="urn:microsoft.com/office/officeart/2005/8/layout/hList9"/>
    <dgm:cxn modelId="{575F4FD6-9E0F-4F5E-88EE-9B265B6FD4F4}" type="presParOf" srcId="{0DC7A063-583D-4B0F-88B2-BD54F95D95AF}" destId="{7B0C2EAE-70CB-4160-863D-210C3C66D5FD}" srcOrd="11" destOrd="0" presId="urn:microsoft.com/office/officeart/2005/8/layout/hList9"/>
    <dgm:cxn modelId="{8AE96C49-A416-4FC7-84EE-2BDAF35C57FF}" type="presParOf" srcId="{7B0C2EAE-70CB-4160-863D-210C3C66D5FD}" destId="{5AF3752E-55A6-443C-AD35-C49DF50A4566}" srcOrd="0" destOrd="0" presId="urn:microsoft.com/office/officeart/2005/8/layout/hList9"/>
    <dgm:cxn modelId="{235B263C-399E-4245-95BD-2AA1F19D4AB4}" type="presParOf" srcId="{7B0C2EAE-70CB-4160-863D-210C3C66D5FD}" destId="{53567A66-F0E9-4EF8-ADA9-764BA36AA6A9}" srcOrd="1" destOrd="0" presId="urn:microsoft.com/office/officeart/2005/8/layout/hList9"/>
    <dgm:cxn modelId="{265DA8D6-D429-4956-8CB8-10EE7EF20F0C}" type="presParOf" srcId="{53567A66-F0E9-4EF8-ADA9-764BA36AA6A9}" destId="{AD2806AC-6A03-4F05-9F4D-F72EA0E56FBF}" srcOrd="0" destOrd="0" presId="urn:microsoft.com/office/officeart/2005/8/layout/hList9"/>
    <dgm:cxn modelId="{35A8C2CA-EB30-45FD-8152-A7470BE42B4C}" type="presParOf" srcId="{53567A66-F0E9-4EF8-ADA9-764BA36AA6A9}" destId="{F8977219-728E-448F-AE8B-46B14F4F17DE}" srcOrd="1" destOrd="0" presId="urn:microsoft.com/office/officeart/2005/8/layout/hList9"/>
    <dgm:cxn modelId="{EF3F399A-E096-436A-AD74-CF747D62B02A}" type="presParOf" srcId="{0DC7A063-583D-4B0F-88B2-BD54F95D95AF}" destId="{FBCC4E74-37C0-494F-ABC0-7D18132E1437}" srcOrd="12" destOrd="0" presId="urn:microsoft.com/office/officeart/2005/8/layout/hList9"/>
    <dgm:cxn modelId="{5EA17F20-F6C6-4B5A-AFEB-38BD8F975065}" type="presParOf" srcId="{0DC7A063-583D-4B0F-88B2-BD54F95D95AF}" destId="{89E6DA6E-7A23-44BD-8A99-378091FF741D}" srcOrd="13" destOrd="0" presId="urn:microsoft.com/office/officeart/2005/8/layout/hList9"/>
    <dgm:cxn modelId="{463280A8-1DBA-4FE7-B5B2-8151A298EB35}" type="presParOf" srcId="{0DC7A063-583D-4B0F-88B2-BD54F95D95AF}" destId="{E966790E-26B5-4EB8-981F-1094BF4B7611}" srcOrd="14" destOrd="0" presId="urn:microsoft.com/office/officeart/2005/8/layout/hList9"/>
    <dgm:cxn modelId="{A4221FEF-656B-43DD-8382-199EAB5F1E7B}" type="presParOf" srcId="{0DC7A063-583D-4B0F-88B2-BD54F95D95AF}" destId="{229B7655-E1F4-4CF5-84B8-30F0491D32B5}" srcOrd="15" destOrd="0" presId="urn:microsoft.com/office/officeart/2005/8/layout/hList9"/>
    <dgm:cxn modelId="{48FA6F14-4694-4C77-8D75-48D3A22A3540}" type="presParOf" srcId="{0DC7A063-583D-4B0F-88B2-BD54F95D95AF}" destId="{F85FFCDF-8E5F-492B-B22D-55A08EACE783}" srcOrd="16" destOrd="0" presId="urn:microsoft.com/office/officeart/2005/8/layout/hList9"/>
    <dgm:cxn modelId="{3995A447-6B53-4DFA-8494-06C3A1F8D7F7}" type="presParOf" srcId="{F85FFCDF-8E5F-492B-B22D-55A08EACE783}" destId="{600B3FB2-1315-4A84-8613-B445666BC7D2}" srcOrd="0" destOrd="0" presId="urn:microsoft.com/office/officeart/2005/8/layout/hList9"/>
    <dgm:cxn modelId="{C652D75D-BE73-43BB-9138-B232AAF272A1}" type="presParOf" srcId="{F85FFCDF-8E5F-492B-B22D-55A08EACE783}" destId="{E47C73E9-FBEE-4370-9B3F-E04EB7C4023A}" srcOrd="1" destOrd="0" presId="urn:microsoft.com/office/officeart/2005/8/layout/hList9"/>
    <dgm:cxn modelId="{5F19BD3C-10AC-4F51-A8FD-00351A52371B}" type="presParOf" srcId="{E47C73E9-FBEE-4370-9B3F-E04EB7C4023A}" destId="{402C2C77-A32C-4D99-9940-12535E1181F2}" srcOrd="0" destOrd="0" presId="urn:microsoft.com/office/officeart/2005/8/layout/hList9"/>
    <dgm:cxn modelId="{1D14EEBA-2351-4066-8BB7-C42885F1D780}" type="presParOf" srcId="{E47C73E9-FBEE-4370-9B3F-E04EB7C4023A}" destId="{5B88A17E-EFF5-4A04-9CC9-D2131DA9ECCC}" srcOrd="1" destOrd="0" presId="urn:microsoft.com/office/officeart/2005/8/layout/hList9"/>
    <dgm:cxn modelId="{ADA815FB-429E-4ABD-97FC-4AEA97B4630C}" type="presParOf" srcId="{0DC7A063-583D-4B0F-88B2-BD54F95D95AF}" destId="{9051EF7D-7D6C-4B43-A6C4-239F9933C94D}" srcOrd="17" destOrd="0" presId="urn:microsoft.com/office/officeart/2005/8/layout/hList9"/>
    <dgm:cxn modelId="{7961C21C-3FE8-4B71-95E5-AB5835F91CC1}" type="presParOf" srcId="{0DC7A063-583D-4B0F-88B2-BD54F95D95AF}" destId="{7453D9C8-CD6E-4AA4-8A19-7F6F667528F0}" srcOrd="18" destOrd="0" presId="urn:microsoft.com/office/officeart/2005/8/layout/hList9"/>
    <dgm:cxn modelId="{421BCCC3-2073-4EF4-978D-39E9104D3BB7}" type="presParOf" srcId="{0DC7A063-583D-4B0F-88B2-BD54F95D95AF}" destId="{F39EEB7B-1CF7-41F9-A91C-E35627094605}" srcOrd="19" destOrd="0" presId="urn:microsoft.com/office/officeart/2005/8/layout/hList9"/>
    <dgm:cxn modelId="{184CFA4A-C2AC-41D4-AFF2-80264C4D1E9B}" type="presParOf" srcId="{0DC7A063-583D-4B0F-88B2-BD54F95D95AF}" destId="{AD5843EC-427C-401D-B49F-338DA019764B}" srcOrd="20" destOrd="0" presId="urn:microsoft.com/office/officeart/2005/8/layout/hList9"/>
    <dgm:cxn modelId="{8C3E02DE-2B2C-4B4E-931C-F5B94B01E4DB}" type="presParOf" srcId="{0DC7A063-583D-4B0F-88B2-BD54F95D95AF}" destId="{B48EF558-FB37-408A-9504-D2F4FD91034A}" srcOrd="21" destOrd="0" presId="urn:microsoft.com/office/officeart/2005/8/layout/hList9"/>
    <dgm:cxn modelId="{724B5300-0D21-4722-AEF8-25527EBA4565}" type="presParOf" srcId="{B48EF558-FB37-408A-9504-D2F4FD91034A}" destId="{E80BE8B8-B6C9-42A7-A540-1CBC67A282B4}" srcOrd="0" destOrd="0" presId="urn:microsoft.com/office/officeart/2005/8/layout/hList9"/>
    <dgm:cxn modelId="{6834DB0E-2EFB-44B2-9F49-53304ADC3DE0}" type="presParOf" srcId="{B48EF558-FB37-408A-9504-D2F4FD91034A}" destId="{C7E7C3A2-375C-4A54-A767-ADECC3B92B09}" srcOrd="1" destOrd="0" presId="urn:microsoft.com/office/officeart/2005/8/layout/hList9"/>
    <dgm:cxn modelId="{D319D0DE-450A-4ED2-9050-1487EC4CCDFC}" type="presParOf" srcId="{C7E7C3A2-375C-4A54-A767-ADECC3B92B09}" destId="{8331FE23-5BB4-4B62-8371-681132C48F32}" srcOrd="0" destOrd="0" presId="urn:microsoft.com/office/officeart/2005/8/layout/hList9"/>
    <dgm:cxn modelId="{517B2333-1064-4A32-B13E-F2633478F679}" type="presParOf" srcId="{C7E7C3A2-375C-4A54-A767-ADECC3B92B09}" destId="{967E95E3-EA9D-4C4E-8EA6-1F17493655C4}" srcOrd="1" destOrd="0" presId="urn:microsoft.com/office/officeart/2005/8/layout/hList9"/>
    <dgm:cxn modelId="{D57FE762-A2EE-4EBD-9A1E-017583A62ADD}" type="presParOf" srcId="{0DC7A063-583D-4B0F-88B2-BD54F95D95AF}" destId="{A8B6345B-0F79-4D15-8183-FE329BF35886}" srcOrd="22" destOrd="0" presId="urn:microsoft.com/office/officeart/2005/8/layout/hList9"/>
    <dgm:cxn modelId="{E628C1F7-FCE2-4AB7-924F-67443047E7D0}" type="presParOf" srcId="{0DC7A063-583D-4B0F-88B2-BD54F95D95AF}" destId="{1A312C2E-F426-4EB7-AD3A-7B6DF1021E76}" srcOrd="23" destOrd="0" presId="urn:microsoft.com/office/officeart/2005/8/layout/hList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08AC4B-4CEC-41E5-AE19-47A4E2720563}">
      <dsp:nvSpPr>
        <dsp:cNvPr id="0" name=""/>
        <dsp:cNvSpPr/>
      </dsp:nvSpPr>
      <dsp:spPr>
        <a:xfrm>
          <a:off x="692217" y="1399188"/>
          <a:ext cx="1297664" cy="865542"/>
        </a:xfrm>
        <a:prstGeom prst="rect">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a:innerShdw blurRad="25400" dist="12700" dir="13500000">
            <a:srgbClr val="000000">
              <a:alpha val="45000"/>
            </a:srgbClr>
          </a:innerShdw>
        </a:effectLst>
        <a:scene3d>
          <a:camera prst="orthographicFront"/>
          <a:lightRig rig="threePt" dir="t">
            <a:rot lat="0" lon="0" rev="7500000"/>
          </a:lightRig>
        </a:scene3d>
        <a:sp3d z="-152400" extrusionH="63500" prstMaterial="dkEdge">
          <a:bevelT w="144450" h="3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0"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kern="1200" dirty="0"/>
            <a:t>Descriptive </a:t>
          </a:r>
        </a:p>
        <a:p>
          <a:pPr marL="0" lvl="0" indent="0" algn="ctr" defTabSz="622300">
            <a:lnSpc>
              <a:spcPct val="90000"/>
            </a:lnSpc>
            <a:spcBef>
              <a:spcPct val="0"/>
            </a:spcBef>
            <a:spcAft>
              <a:spcPct val="35000"/>
            </a:spcAft>
            <a:buNone/>
          </a:pPr>
          <a:r>
            <a:rPr lang="en-US" sz="1400" kern="1200" dirty="0"/>
            <a:t>Essay</a:t>
          </a:r>
        </a:p>
      </dsp:txBody>
      <dsp:txXfrm>
        <a:off x="899843" y="1399188"/>
        <a:ext cx="1090037" cy="865542"/>
      </dsp:txXfrm>
    </dsp:sp>
    <dsp:sp modelId="{FC7ED273-8CFD-43C2-9C05-44FADF3E0637}">
      <dsp:nvSpPr>
        <dsp:cNvPr id="0" name=""/>
        <dsp:cNvSpPr/>
      </dsp:nvSpPr>
      <dsp:spPr>
        <a:xfrm>
          <a:off x="129" y="1053144"/>
          <a:ext cx="865109" cy="865109"/>
        </a:xfrm>
        <a:prstGeom prst="ellipse">
          <a:avLst/>
        </a:prstGeom>
        <a:blipFill>
          <a:blip xmlns:r="http://schemas.openxmlformats.org/officeDocument/2006/relationships" r:embed="rId1">
            <a:duotone>
              <a:schemeClr val="accent2">
                <a:hueOff val="0"/>
                <a:satOff val="0"/>
                <a:lumOff val="0"/>
                <a:alphaOff val="0"/>
                <a:shade val="74000"/>
                <a:satMod val="130000"/>
                <a:lumMod val="90000"/>
              </a:schemeClr>
              <a:schemeClr val="accent2">
                <a:hueOff val="0"/>
                <a:satOff val="0"/>
                <a:lumOff val="0"/>
                <a:alphaOff val="0"/>
                <a:tint val="94000"/>
                <a:satMod val="120000"/>
                <a:lumMod val="104000"/>
              </a:schemeClr>
            </a:duotone>
          </a:blip>
          <a:tile tx="0" ty="0" sx="100000" sy="100000" flip="none" algn="tl"/>
        </a:blipFill>
        <a:ln>
          <a:noFill/>
        </a:ln>
        <a:effectLst>
          <a:innerShdw blurRad="25400" dist="12700" dir="13500000">
            <a:srgbClr val="000000">
              <a:alpha val="45000"/>
            </a:srgbClr>
          </a:inn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2089150">
            <a:lnSpc>
              <a:spcPct val="90000"/>
            </a:lnSpc>
            <a:spcBef>
              <a:spcPct val="0"/>
            </a:spcBef>
            <a:spcAft>
              <a:spcPct val="35000"/>
            </a:spcAft>
            <a:buNone/>
          </a:pPr>
          <a:r>
            <a:rPr lang="en-US" sz="4700" kern="1200" dirty="0"/>
            <a:t>1</a:t>
          </a:r>
        </a:p>
      </dsp:txBody>
      <dsp:txXfrm>
        <a:off x="126821" y="1179836"/>
        <a:ext cx="611725" cy="611725"/>
      </dsp:txXfrm>
    </dsp:sp>
    <dsp:sp modelId="{F660F4B9-35DB-4256-A868-A35C6DCCF6B2}">
      <dsp:nvSpPr>
        <dsp:cNvPr id="0" name=""/>
        <dsp:cNvSpPr/>
      </dsp:nvSpPr>
      <dsp:spPr>
        <a:xfrm>
          <a:off x="2854991" y="1399188"/>
          <a:ext cx="1297664" cy="865542"/>
        </a:xfrm>
        <a:prstGeom prst="rect">
          <a:avLst/>
        </a:prstGeom>
        <a:solidFill>
          <a:schemeClr val="accent2">
            <a:tint val="40000"/>
            <a:alpha val="90000"/>
            <a:hueOff val="1045868"/>
            <a:satOff val="357"/>
            <a:lumOff val="110"/>
            <a:alphaOff val="0"/>
          </a:schemeClr>
        </a:solidFill>
        <a:ln w="9525" cap="flat" cmpd="sng" algn="ctr">
          <a:solidFill>
            <a:schemeClr val="accent2">
              <a:tint val="40000"/>
              <a:alpha val="90000"/>
              <a:hueOff val="1045868"/>
              <a:satOff val="357"/>
              <a:lumOff val="110"/>
              <a:alphaOff val="0"/>
            </a:schemeClr>
          </a:solidFill>
          <a:prstDash val="solid"/>
        </a:ln>
        <a:effectLst>
          <a:innerShdw blurRad="25400" dist="12700" dir="13500000">
            <a:srgbClr val="000000">
              <a:alpha val="45000"/>
            </a:srgbClr>
          </a:innerShdw>
        </a:effectLst>
        <a:scene3d>
          <a:camera prst="orthographicFront"/>
          <a:lightRig rig="threePt" dir="t">
            <a:rot lat="0" lon="0" rev="7500000"/>
          </a:lightRig>
        </a:scene3d>
        <a:sp3d z="-152400" extrusionH="63500" prstMaterial="dkEdge">
          <a:bevelT w="144450" h="3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0"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kern="1200" dirty="0"/>
            <a:t>Compare and Contrast Essay</a:t>
          </a:r>
        </a:p>
      </dsp:txBody>
      <dsp:txXfrm>
        <a:off x="3062617" y="1399188"/>
        <a:ext cx="1090037" cy="865542"/>
      </dsp:txXfrm>
    </dsp:sp>
    <dsp:sp modelId="{FD776C1E-557E-4553-9447-49B69EEC7907}">
      <dsp:nvSpPr>
        <dsp:cNvPr id="0" name=""/>
        <dsp:cNvSpPr/>
      </dsp:nvSpPr>
      <dsp:spPr>
        <a:xfrm>
          <a:off x="2162903" y="1053144"/>
          <a:ext cx="865109" cy="865109"/>
        </a:xfrm>
        <a:prstGeom prst="ellipse">
          <a:avLst/>
        </a:prstGeom>
        <a:blipFill>
          <a:blip xmlns:r="http://schemas.openxmlformats.org/officeDocument/2006/relationships" r:embed="rId1">
            <a:duotone>
              <a:schemeClr val="accent2">
                <a:hueOff val="840789"/>
                <a:satOff val="-893"/>
                <a:lumOff val="686"/>
                <a:alphaOff val="0"/>
                <a:shade val="74000"/>
                <a:satMod val="130000"/>
                <a:lumMod val="90000"/>
              </a:schemeClr>
              <a:schemeClr val="accent2">
                <a:hueOff val="840789"/>
                <a:satOff val="-893"/>
                <a:lumOff val="686"/>
                <a:alphaOff val="0"/>
                <a:tint val="94000"/>
                <a:satMod val="120000"/>
                <a:lumMod val="104000"/>
              </a:schemeClr>
            </a:duotone>
          </a:blip>
          <a:tile tx="0" ty="0" sx="100000" sy="100000" flip="none" algn="tl"/>
        </a:blipFill>
        <a:ln>
          <a:noFill/>
        </a:ln>
        <a:effectLst>
          <a:innerShdw blurRad="25400" dist="12700" dir="13500000">
            <a:srgbClr val="000000">
              <a:alpha val="45000"/>
            </a:srgbClr>
          </a:inn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2089150">
            <a:lnSpc>
              <a:spcPct val="90000"/>
            </a:lnSpc>
            <a:spcBef>
              <a:spcPct val="0"/>
            </a:spcBef>
            <a:spcAft>
              <a:spcPct val="35000"/>
            </a:spcAft>
            <a:buNone/>
          </a:pPr>
          <a:r>
            <a:rPr lang="en-US" sz="4700" kern="1200" dirty="0"/>
            <a:t>2</a:t>
          </a:r>
        </a:p>
      </dsp:txBody>
      <dsp:txXfrm>
        <a:off x="2289595" y="1179836"/>
        <a:ext cx="611725" cy="611725"/>
      </dsp:txXfrm>
    </dsp:sp>
    <dsp:sp modelId="{AD2806AC-6A03-4F05-9F4D-F72EA0E56FBF}">
      <dsp:nvSpPr>
        <dsp:cNvPr id="0" name=""/>
        <dsp:cNvSpPr/>
      </dsp:nvSpPr>
      <dsp:spPr>
        <a:xfrm>
          <a:off x="5017764" y="1399188"/>
          <a:ext cx="1297664" cy="865542"/>
        </a:xfrm>
        <a:prstGeom prst="rect">
          <a:avLst/>
        </a:prstGeom>
        <a:solidFill>
          <a:schemeClr val="accent2">
            <a:tint val="40000"/>
            <a:alpha val="90000"/>
            <a:hueOff val="2091735"/>
            <a:satOff val="714"/>
            <a:lumOff val="220"/>
            <a:alphaOff val="0"/>
          </a:schemeClr>
        </a:solidFill>
        <a:ln w="9525" cap="flat" cmpd="sng" algn="ctr">
          <a:solidFill>
            <a:schemeClr val="accent2">
              <a:tint val="40000"/>
              <a:alpha val="90000"/>
              <a:hueOff val="2091735"/>
              <a:satOff val="714"/>
              <a:lumOff val="220"/>
              <a:alphaOff val="0"/>
            </a:schemeClr>
          </a:solidFill>
          <a:prstDash val="solid"/>
        </a:ln>
        <a:effectLst>
          <a:innerShdw blurRad="25400" dist="12700" dir="13500000">
            <a:srgbClr val="000000">
              <a:alpha val="45000"/>
            </a:srgbClr>
          </a:innerShdw>
        </a:effectLst>
        <a:scene3d>
          <a:camera prst="orthographicFront"/>
          <a:lightRig rig="threePt" dir="t">
            <a:rot lat="0" lon="0" rev="7500000"/>
          </a:lightRig>
        </a:scene3d>
        <a:sp3d z="-152400" extrusionH="63500" prstMaterial="dkEdge">
          <a:bevelT w="144450" h="3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0"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kern="1200" dirty="0"/>
            <a:t>Narrative Essay</a:t>
          </a:r>
        </a:p>
      </dsp:txBody>
      <dsp:txXfrm>
        <a:off x="5225390" y="1399188"/>
        <a:ext cx="1090037" cy="865542"/>
      </dsp:txXfrm>
    </dsp:sp>
    <dsp:sp modelId="{89E6DA6E-7A23-44BD-8A99-378091FF741D}">
      <dsp:nvSpPr>
        <dsp:cNvPr id="0" name=""/>
        <dsp:cNvSpPr/>
      </dsp:nvSpPr>
      <dsp:spPr>
        <a:xfrm>
          <a:off x="4325677" y="1053144"/>
          <a:ext cx="865109" cy="865109"/>
        </a:xfrm>
        <a:prstGeom prst="ellipse">
          <a:avLst/>
        </a:prstGeom>
        <a:blipFill>
          <a:blip xmlns:r="http://schemas.openxmlformats.org/officeDocument/2006/relationships" r:embed="rId1">
            <a:duotone>
              <a:schemeClr val="accent2">
                <a:hueOff val="1681577"/>
                <a:satOff val="-1786"/>
                <a:lumOff val="1372"/>
                <a:alphaOff val="0"/>
                <a:shade val="74000"/>
                <a:satMod val="130000"/>
                <a:lumMod val="90000"/>
              </a:schemeClr>
              <a:schemeClr val="accent2">
                <a:hueOff val="1681577"/>
                <a:satOff val="-1786"/>
                <a:lumOff val="1372"/>
                <a:alphaOff val="0"/>
                <a:tint val="94000"/>
                <a:satMod val="120000"/>
                <a:lumMod val="104000"/>
              </a:schemeClr>
            </a:duotone>
          </a:blip>
          <a:tile tx="0" ty="0" sx="100000" sy="100000" flip="none" algn="tl"/>
        </a:blipFill>
        <a:ln>
          <a:noFill/>
        </a:ln>
        <a:effectLst>
          <a:innerShdw blurRad="25400" dist="12700" dir="13500000">
            <a:srgbClr val="000000">
              <a:alpha val="45000"/>
            </a:srgbClr>
          </a:inn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2089150">
            <a:lnSpc>
              <a:spcPct val="90000"/>
            </a:lnSpc>
            <a:spcBef>
              <a:spcPct val="0"/>
            </a:spcBef>
            <a:spcAft>
              <a:spcPct val="35000"/>
            </a:spcAft>
            <a:buNone/>
          </a:pPr>
          <a:r>
            <a:rPr lang="en-US" sz="4700" kern="1200" dirty="0"/>
            <a:t>3</a:t>
          </a:r>
        </a:p>
      </dsp:txBody>
      <dsp:txXfrm>
        <a:off x="4452369" y="1179836"/>
        <a:ext cx="611725" cy="611725"/>
      </dsp:txXfrm>
    </dsp:sp>
    <dsp:sp modelId="{402C2C77-A32C-4D99-9940-12535E1181F2}">
      <dsp:nvSpPr>
        <dsp:cNvPr id="0" name=""/>
        <dsp:cNvSpPr/>
      </dsp:nvSpPr>
      <dsp:spPr>
        <a:xfrm>
          <a:off x="7180538" y="1399188"/>
          <a:ext cx="1297664" cy="865542"/>
        </a:xfrm>
        <a:prstGeom prst="rect">
          <a:avLst/>
        </a:prstGeom>
        <a:solidFill>
          <a:schemeClr val="accent2">
            <a:tint val="40000"/>
            <a:alpha val="90000"/>
            <a:hueOff val="3137603"/>
            <a:satOff val="1071"/>
            <a:lumOff val="329"/>
            <a:alphaOff val="0"/>
          </a:schemeClr>
        </a:solidFill>
        <a:ln w="9525" cap="flat" cmpd="sng" algn="ctr">
          <a:solidFill>
            <a:schemeClr val="accent2">
              <a:tint val="40000"/>
              <a:alpha val="90000"/>
              <a:hueOff val="3137603"/>
              <a:satOff val="1071"/>
              <a:lumOff val="329"/>
              <a:alphaOff val="0"/>
            </a:schemeClr>
          </a:solidFill>
          <a:prstDash val="solid"/>
        </a:ln>
        <a:effectLst>
          <a:innerShdw blurRad="25400" dist="12700" dir="13500000">
            <a:srgbClr val="000000">
              <a:alpha val="45000"/>
            </a:srgbClr>
          </a:innerShdw>
        </a:effectLst>
        <a:scene3d>
          <a:camera prst="orthographicFront"/>
          <a:lightRig rig="threePt" dir="t">
            <a:rot lat="0" lon="0" rev="7500000"/>
          </a:lightRig>
        </a:scene3d>
        <a:sp3d z="-152400" extrusionH="63500" prstMaterial="dkEdge">
          <a:bevelT w="144450" h="3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0"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kern="1200" dirty="0"/>
            <a:t>Discursive Essay</a:t>
          </a:r>
        </a:p>
      </dsp:txBody>
      <dsp:txXfrm>
        <a:off x="7388164" y="1399188"/>
        <a:ext cx="1090037" cy="865542"/>
      </dsp:txXfrm>
    </dsp:sp>
    <dsp:sp modelId="{7453D9C8-CD6E-4AA4-8A19-7F6F667528F0}">
      <dsp:nvSpPr>
        <dsp:cNvPr id="0" name=""/>
        <dsp:cNvSpPr/>
      </dsp:nvSpPr>
      <dsp:spPr>
        <a:xfrm>
          <a:off x="6488450" y="1053144"/>
          <a:ext cx="865109" cy="865109"/>
        </a:xfrm>
        <a:prstGeom prst="ellipse">
          <a:avLst/>
        </a:prstGeom>
        <a:blipFill>
          <a:blip xmlns:r="http://schemas.openxmlformats.org/officeDocument/2006/relationships" r:embed="rId1">
            <a:duotone>
              <a:schemeClr val="accent2">
                <a:hueOff val="2522366"/>
                <a:satOff val="-2679"/>
                <a:lumOff val="2059"/>
                <a:alphaOff val="0"/>
                <a:shade val="74000"/>
                <a:satMod val="130000"/>
                <a:lumMod val="90000"/>
              </a:schemeClr>
              <a:schemeClr val="accent2">
                <a:hueOff val="2522366"/>
                <a:satOff val="-2679"/>
                <a:lumOff val="2059"/>
                <a:alphaOff val="0"/>
                <a:tint val="94000"/>
                <a:satMod val="120000"/>
                <a:lumMod val="104000"/>
              </a:schemeClr>
            </a:duotone>
          </a:blip>
          <a:tile tx="0" ty="0" sx="100000" sy="100000" flip="none" algn="tl"/>
        </a:blipFill>
        <a:ln>
          <a:noFill/>
        </a:ln>
        <a:effectLst>
          <a:innerShdw blurRad="25400" dist="12700" dir="13500000">
            <a:srgbClr val="000000">
              <a:alpha val="45000"/>
            </a:srgbClr>
          </a:inn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2089150">
            <a:lnSpc>
              <a:spcPct val="90000"/>
            </a:lnSpc>
            <a:spcBef>
              <a:spcPct val="0"/>
            </a:spcBef>
            <a:spcAft>
              <a:spcPct val="35000"/>
            </a:spcAft>
            <a:buNone/>
          </a:pPr>
          <a:r>
            <a:rPr lang="en-US" sz="4700" kern="1200" dirty="0"/>
            <a:t>4</a:t>
          </a:r>
        </a:p>
      </dsp:txBody>
      <dsp:txXfrm>
        <a:off x="6615142" y="1179836"/>
        <a:ext cx="611725" cy="611725"/>
      </dsp:txXfrm>
    </dsp:sp>
    <dsp:sp modelId="{8331FE23-5BB4-4B62-8371-681132C48F32}">
      <dsp:nvSpPr>
        <dsp:cNvPr id="0" name=""/>
        <dsp:cNvSpPr/>
      </dsp:nvSpPr>
      <dsp:spPr>
        <a:xfrm>
          <a:off x="9343441" y="1399188"/>
          <a:ext cx="1297664" cy="865542"/>
        </a:xfrm>
        <a:prstGeom prst="rect">
          <a:avLst/>
        </a:prstGeom>
        <a:solidFill>
          <a:schemeClr val="accent2">
            <a:tint val="40000"/>
            <a:alpha val="90000"/>
            <a:hueOff val="4183470"/>
            <a:satOff val="1428"/>
            <a:lumOff val="439"/>
            <a:alphaOff val="0"/>
          </a:schemeClr>
        </a:solidFill>
        <a:ln w="9525" cap="flat" cmpd="sng" algn="ctr">
          <a:solidFill>
            <a:schemeClr val="accent2">
              <a:tint val="40000"/>
              <a:alpha val="90000"/>
              <a:hueOff val="4183470"/>
              <a:satOff val="1428"/>
              <a:lumOff val="439"/>
              <a:alphaOff val="0"/>
            </a:schemeClr>
          </a:solidFill>
          <a:prstDash val="solid"/>
        </a:ln>
        <a:effectLst>
          <a:innerShdw blurRad="25400" dist="12700" dir="13500000">
            <a:srgbClr val="000000">
              <a:alpha val="45000"/>
            </a:srgbClr>
          </a:innerShdw>
        </a:effectLst>
        <a:scene3d>
          <a:camera prst="orthographicFront"/>
          <a:lightRig rig="threePt" dir="t">
            <a:rot lat="0" lon="0" rev="7500000"/>
          </a:lightRig>
        </a:scene3d>
        <a:sp3d z="-152400" extrusionH="63500" prstMaterial="dkEdge">
          <a:bevelT w="144450" h="36350" prst="relaxedInset"/>
          <a:contourClr>
            <a:schemeClr val="bg1"/>
          </a:contourClr>
        </a:sp3d>
      </dsp:spPr>
      <dsp:style>
        <a:lnRef idx="1">
          <a:scrgbClr r="0" g="0" b="0"/>
        </a:lnRef>
        <a:fillRef idx="1">
          <a:scrgbClr r="0" g="0" b="0"/>
        </a:fillRef>
        <a:effectRef idx="2">
          <a:scrgbClr r="0" g="0" b="0"/>
        </a:effectRef>
        <a:fontRef idx="minor"/>
      </dsp:style>
      <dsp:txBody>
        <a:bodyPr spcFirstLastPara="0" vert="horz" wrap="square" lIns="0" tIns="99568" rIns="99568" bIns="99568" numCol="1" spcCol="1270" anchor="ctr" anchorCtr="0">
          <a:noAutofit/>
        </a:bodyPr>
        <a:lstStyle/>
        <a:p>
          <a:pPr marL="0" lvl="0" indent="0" algn="ctr" defTabSz="622300">
            <a:lnSpc>
              <a:spcPct val="90000"/>
            </a:lnSpc>
            <a:spcBef>
              <a:spcPct val="0"/>
            </a:spcBef>
            <a:spcAft>
              <a:spcPct val="35000"/>
            </a:spcAft>
            <a:buNone/>
          </a:pPr>
          <a:r>
            <a:rPr lang="en-US" sz="1400" kern="1200" dirty="0"/>
            <a:t>Argumentative Essay</a:t>
          </a:r>
        </a:p>
      </dsp:txBody>
      <dsp:txXfrm>
        <a:off x="9551068" y="1399188"/>
        <a:ext cx="1090037" cy="865542"/>
      </dsp:txXfrm>
    </dsp:sp>
    <dsp:sp modelId="{1A312C2E-F426-4EB7-AD3A-7B6DF1021E76}">
      <dsp:nvSpPr>
        <dsp:cNvPr id="0" name=""/>
        <dsp:cNvSpPr/>
      </dsp:nvSpPr>
      <dsp:spPr>
        <a:xfrm>
          <a:off x="8651224" y="1053144"/>
          <a:ext cx="865109" cy="865109"/>
        </a:xfrm>
        <a:prstGeom prst="ellipse">
          <a:avLst/>
        </a:prstGeom>
        <a:blipFill>
          <a:blip xmlns:r="http://schemas.openxmlformats.org/officeDocument/2006/relationships" r:embed="rId1">
            <a:duotone>
              <a:schemeClr val="accent2">
                <a:hueOff val="3363155"/>
                <a:satOff val="-3572"/>
                <a:lumOff val="2745"/>
                <a:alphaOff val="0"/>
                <a:shade val="74000"/>
                <a:satMod val="130000"/>
                <a:lumMod val="90000"/>
              </a:schemeClr>
              <a:schemeClr val="accent2">
                <a:hueOff val="3363155"/>
                <a:satOff val="-3572"/>
                <a:lumOff val="2745"/>
                <a:alphaOff val="0"/>
                <a:tint val="94000"/>
                <a:satMod val="120000"/>
                <a:lumMod val="104000"/>
              </a:schemeClr>
            </a:duotone>
          </a:blip>
          <a:tile tx="0" ty="0" sx="100000" sy="100000" flip="none" algn="tl"/>
        </a:blipFill>
        <a:ln>
          <a:noFill/>
        </a:ln>
        <a:effectLst>
          <a:innerShdw blurRad="25400" dist="12700" dir="13500000">
            <a:srgbClr val="000000">
              <a:alpha val="45000"/>
            </a:srgbClr>
          </a:inn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2089150">
            <a:lnSpc>
              <a:spcPct val="90000"/>
            </a:lnSpc>
            <a:spcBef>
              <a:spcPct val="0"/>
            </a:spcBef>
            <a:spcAft>
              <a:spcPct val="35000"/>
            </a:spcAft>
            <a:buNone/>
          </a:pPr>
          <a:r>
            <a:rPr lang="en-US" sz="4700" kern="1200" dirty="0"/>
            <a:t>5</a:t>
          </a:r>
        </a:p>
      </dsp:txBody>
      <dsp:txXfrm>
        <a:off x="8777916" y="1179836"/>
        <a:ext cx="611725" cy="611725"/>
      </dsp:txXfrm>
    </dsp:sp>
  </dsp:spTree>
</dsp:drawing>
</file>

<file path=ppt/diagrams/layout1.xml><?xml version="1.0" encoding="utf-8"?>
<dgm:layoutDef xmlns:dgm="http://schemas.openxmlformats.org/drawingml/2006/diagram" xmlns:a="http://schemas.openxmlformats.org/drawingml/2006/main" uniqueId="urn:microsoft.com/office/officeart/2005/8/layout/hList9">
  <dgm:title val=""/>
  <dgm:desc val=""/>
  <dgm:catLst>
    <dgm:cat type="list" pri="8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3" srcId="0" destId="1" srcOrd="0" destOrd="0"/>
        <dgm:cxn modelId="4" srcId="0" destId="2" srcOrd="1" destOrd="0"/>
        <dgm:cxn modelId="13" srcId="1" destId="11" srcOrd="0" destOrd="0"/>
        <dgm:cxn modelId="14" srcId="1" destId="12" srcOrd="0" destOrd="0"/>
        <dgm:cxn modelId="23" srcId="2" destId="21" srcOrd="0" destOrd="0"/>
        <dgm:cxn modelId="24" srcId="2" destId="22" srcOrd="0" destOrd="0"/>
      </dgm:cxnLst>
      <dgm:bg/>
      <dgm:whole/>
    </dgm:dataModel>
  </dgm:sampData>
  <dgm:styleData>
    <dgm:dataModel>
      <dgm:ptLst>
        <dgm:pt modelId="0" type="doc"/>
        <dgm:pt modelId="1"/>
        <dgm:pt modelId="2"/>
      </dgm:ptLst>
      <dgm:cxnLst>
        <dgm:cxn modelId="3" srcId="0" destId="1" srcOrd="0" destOrd="0"/>
        <dgm:cxn modelId="4" srcId="1" destId="2" srcOrd="0" destOrd="0"/>
      </dgm:cxnLst>
      <dgm:bg/>
      <dgm:whole/>
    </dgm:dataModel>
  </dgm:styleData>
  <dgm:clrData>
    <dgm:dataModel>
      <dgm:ptLst>
        <dgm:pt modelId="0" type="doc"/>
        <dgm:pt modelId="1"/>
        <dgm:pt modelId="11"/>
        <dgm:pt modelId="12"/>
        <dgm:pt modelId="13"/>
        <dgm:pt modelId="14"/>
        <dgm:pt modelId="2"/>
        <dgm:pt modelId="21"/>
        <dgm:pt modelId="22"/>
        <dgm:pt modelId="23"/>
        <dgm:pt modelId="24"/>
        <dgm:pt modelId="3"/>
        <dgm:pt modelId="31"/>
        <dgm:pt modelId="32"/>
        <dgm:pt modelId="33"/>
        <dgm:pt modelId="34"/>
      </dgm:ptLst>
      <dgm:cxnLst>
        <dgm:cxn modelId="4" srcId="0" destId="1" srcOrd="0" destOrd="0"/>
        <dgm:cxn modelId="5" srcId="0" destId="2" srcOrd="1" destOrd="0"/>
        <dgm:cxn modelId="6" srcId="0" destId="3" srcOrd="1" destOrd="0"/>
        <dgm:cxn modelId="15" srcId="1" destId="11" srcOrd="0" destOrd="0"/>
        <dgm:cxn modelId="16" srcId="1" destId="12" srcOrd="0" destOrd="0"/>
        <dgm:cxn modelId="17" srcId="1" destId="13" srcOrd="0" destOrd="0"/>
        <dgm:cxn modelId="18" srcId="1" destId="14" srcOrd="0" destOrd="0"/>
        <dgm:cxn modelId="25" srcId="2" destId="21" srcOrd="0" destOrd="0"/>
        <dgm:cxn modelId="26" srcId="2" destId="22" srcOrd="0" destOrd="0"/>
        <dgm:cxn modelId="27" srcId="2" destId="23" srcOrd="0" destOrd="0"/>
        <dgm:cxn modelId="28" srcId="2" destId="24" srcOrd="0" destOrd="0"/>
        <dgm:cxn modelId="35" srcId="3" destId="31" srcOrd="0" destOrd="0"/>
        <dgm:cxn modelId="36" srcId="3" destId="32" srcOrd="0" destOrd="0"/>
        <dgm:cxn modelId="37" srcId="3" destId="33" srcOrd="0" destOrd="0"/>
        <dgm:cxn modelId="38" srcId="3" destId="34" srcOrd="0" destOrd="0"/>
      </dgm:cxnLst>
      <dgm:bg/>
      <dgm:whole/>
    </dgm:dataModel>
  </dgm:clrData>
  <dgm:layoutNode name="list">
    <dgm:varLst>
      <dgm:dir/>
      <dgm:animLvl val="lvl"/>
    </dgm:varLst>
    <dgm:choose name="Name0">
      <dgm:if name="Name1" func="var" arg="dir" op="equ" val="norm">
        <dgm:alg type="lin">
          <dgm:param type="linDir" val="fromL"/>
          <dgm:param type="fallback" val="2D"/>
          <dgm:param type="nodeVertAlign" val="t"/>
        </dgm:alg>
      </dgm:if>
      <dgm:else name="Name2">
        <dgm:alg type="lin">
          <dgm:param type="linDir" val="fromR"/>
          <dgm:param type="fallback" val="2D"/>
          <dgm:param type="nodeVertAlign" val="t"/>
        </dgm:alg>
      </dgm:else>
    </dgm:choose>
    <dgm:shape xmlns:r="http://schemas.openxmlformats.org/officeDocument/2006/relationships" r:blip="">
      <dgm:adjLst/>
    </dgm:shape>
    <dgm:presOf/>
    <dgm:constrLst>
      <dgm:constr type="w" for="ch" forName="circle" refType="w" fact="0.5"/>
      <dgm:constr type="w" for="ch" forName="vertFlow" refType="w" fact="0.75"/>
      <dgm:constr type="h" for="des" forName="firstComp" refType="w" refFor="ch" refForName="vertFlow" fact="0.667"/>
      <dgm:constr type="h" for="des" forName="comp" refType="h" refFor="des" refForName="firstComp" op="equ"/>
      <dgm:constr type="h" for="des" forName="topSpace" refType="w" refFor="ch" refForName="circle" op="equ" fact="0.4"/>
      <dgm:constr type="w" for="ch" forName="posSpace" refType="w" fact="0.4"/>
      <dgm:constr type="w" for="ch" forName="negSpace" refType="w" fact="-1.15"/>
      <dgm:constr type="w" for="ch" forName="transSpace" refType="w" fact="0.75"/>
      <dgm:constr type="primFontSz" for="ch" forName="circle" op="equ" val="65"/>
      <dgm:constr type="primFontSz" for="des" forName="firstChildTx" val="65"/>
      <dgm:constr type="primFontSz" for="des" forName="childTx" refType="primFontSz" refFor="des" refForName="firstChildTx" op="equ"/>
    </dgm:constrLst>
    <dgm:ruleLst/>
    <dgm:forEach name="Name3" axis="ch" ptType="node">
      <dgm:layoutNode name="posSpace">
        <dgm:alg type="sp"/>
        <dgm:shape xmlns:r="http://schemas.openxmlformats.org/officeDocument/2006/relationships" r:blip="">
          <dgm:adjLst/>
        </dgm:shape>
        <dgm:presOf/>
        <dgm:constrLst/>
        <dgm:ruleLst/>
      </dgm:layoutNode>
      <dgm:layoutNode name="vertFlow">
        <dgm:alg type="lin">
          <dgm:param type="linDir" val="fromT"/>
        </dgm:alg>
        <dgm:shape xmlns:r="http://schemas.openxmlformats.org/officeDocument/2006/relationships" r:blip="">
          <dgm:adjLst/>
        </dgm:shape>
        <dgm:presOf/>
        <dgm:constrLst>
          <dgm:constr type="w" for="ch" forName="firstComp" refType="w"/>
          <dgm:constr type="w" for="ch" forName="comp" refType="w"/>
        </dgm:constrLst>
        <dgm:ruleLst/>
        <dgm:layoutNode name="topSpace">
          <dgm:alg type="sp"/>
          <dgm:shape xmlns:r="http://schemas.openxmlformats.org/officeDocument/2006/relationships" r:blip="">
            <dgm:adjLst/>
          </dgm:shape>
          <dgm:presOf/>
          <dgm:constrLst/>
          <dgm:ruleLst/>
        </dgm:layoutNode>
        <dgm:layoutNode name="firstComp">
          <dgm:alg type="composite"/>
          <dgm:shape xmlns:r="http://schemas.openxmlformats.org/officeDocument/2006/relationships" r:blip="">
            <dgm:adjLst/>
          </dgm:shape>
          <dgm:presOf/>
          <dgm:choose name="Name4">
            <dgm:if name="Name5" func="var" arg="dir" op="equ" val="norm">
              <dgm:constrLst>
                <dgm:constr type="l" for="ch" forName="firstChild"/>
                <dgm:constr type="t" for="ch" forName="firstChild"/>
                <dgm:constr type="w" for="ch" forName="firstChild" refType="w"/>
                <dgm:constr type="h" for="ch" forName="firstChild" refType="h"/>
                <dgm:constr type="l" for="ch" forName="firstChildTx" refType="w" fact="0.16"/>
                <dgm:constr type="r" for="ch" forName="firstChildTx" refType="w"/>
                <dgm:constr type="h" for="ch" forName="firstChildTx" refFor="ch" refForName="firstChild" op="equ"/>
              </dgm:constrLst>
            </dgm:if>
            <dgm:else name="Name6">
              <dgm:constrLst>
                <dgm:constr type="l" for="ch" forName="firstChild"/>
                <dgm:constr type="t" for="ch" forName="firstChild"/>
                <dgm:constr type="w" for="ch" forName="firstChild" refType="w"/>
                <dgm:constr type="h" for="ch" forName="firstChild" refType="h"/>
                <dgm:constr type="l" for="ch" forName="firstChildTx"/>
                <dgm:constr type="r" for="ch" forName="firstChildTx" refType="w" fact="0.825"/>
                <dgm:constr type="h" for="ch" forName="firstChildTx" refFor="ch" refForName="firstChild" op="equ"/>
              </dgm:constrLst>
            </dgm:else>
          </dgm:choose>
          <dgm:ruleLst/>
          <dgm:layoutNode name="firstChild" styleLbl="bgAccFollowNode1">
            <dgm:alg type="sp"/>
            <dgm:shape xmlns:r="http://schemas.openxmlformats.org/officeDocument/2006/relationships" type="rect" r:blip="">
              <dgm:adjLst/>
            </dgm:shape>
            <dgm:presOf axis="ch desOrSelf" ptType="node node" cnt="1 0"/>
            <dgm:constrLst/>
            <dgm:ruleLst/>
          </dgm:layoutNode>
          <dgm:layoutNode name="firstChildTx" styleLbl="bgAccFollowNode1">
            <dgm:varLst>
              <dgm:bulletEnabled val="1"/>
            </dgm:varLst>
            <dgm:alg type="tx">
              <dgm:param type="parTxLTRAlign" val="l"/>
            </dgm:alg>
            <dgm:shape xmlns:r="http://schemas.openxmlformats.org/officeDocument/2006/relationships" type="rect" r:blip="" hideGeom="1">
              <dgm:adjLst/>
            </dgm:shape>
            <dgm:presOf axis="ch desOrSelf" ptType="node node" cnt="1 0"/>
            <dgm:choose name="Name7">
              <dgm:if name="Name8" func="var" arg="dir" op="equ" val="norm">
                <dgm:constrLst>
                  <dgm:constr type="primFontSz" val="65"/>
                  <dgm:constr type="lMarg"/>
                </dgm:constrLst>
              </dgm:if>
              <dgm:else name="Name9">
                <dgm:constrLst>
                  <dgm:constr type="primFontSz" val="65"/>
                  <dgm:constr type="rMarg"/>
                </dgm:constrLst>
              </dgm:else>
            </dgm:choose>
            <dgm:ruleLst>
              <dgm:rule type="primFontSz" val="5" fact="NaN" max="NaN"/>
            </dgm:ruleLst>
          </dgm:layoutNode>
        </dgm:layoutNode>
        <dgm:forEach name="Name10" axis="ch" ptType="node" st="2">
          <dgm:layoutNode name="comp">
            <dgm:alg type="composite"/>
            <dgm:shape xmlns:r="http://schemas.openxmlformats.org/officeDocument/2006/relationships" r:blip="">
              <dgm:adjLst/>
            </dgm:shape>
            <dgm:presOf/>
            <dgm:choose name="Name11">
              <dgm:if name="Name12" func="var" arg="dir" op="equ" val="norm">
                <dgm:constrLst>
                  <dgm:constr type="l" for="ch" forName="child"/>
                  <dgm:constr type="t" for="ch" forName="child"/>
                  <dgm:constr type="w" for="ch" forName="child" refType="w"/>
                  <dgm:constr type="h" for="ch" forName="child" refType="h"/>
                  <dgm:constr type="l" for="ch" forName="childTx" refType="w" fact="0.16"/>
                  <dgm:constr type="r" for="ch" forName="childTx" refType="w"/>
                  <dgm:constr type="h" for="ch" forName="childTx" refFor="ch" refForName="child" op="equ"/>
                </dgm:constrLst>
              </dgm:if>
              <dgm:else name="Name13">
                <dgm:constrLst>
                  <dgm:constr type="l" for="ch" forName="child"/>
                  <dgm:constr type="t" for="ch" forName="child"/>
                  <dgm:constr type="w" for="ch" forName="child" refType="w"/>
                  <dgm:constr type="h" for="ch" forName="child" refType="h"/>
                  <dgm:constr type="l" for="ch" forName="childTx"/>
                  <dgm:constr type="r" for="ch" forName="childTx" refType="w" fact="0.825"/>
                  <dgm:constr type="h" for="ch" forName="childTx" refFor="ch" refForName="child" op="equ"/>
                </dgm:constrLst>
              </dgm:else>
            </dgm:choose>
            <dgm:ruleLst/>
            <dgm:layoutNode name="child" styleLbl="bgAccFollowNode1">
              <dgm:alg type="sp"/>
              <dgm:shape xmlns:r="http://schemas.openxmlformats.org/officeDocument/2006/relationships" type="rect" r:blip="">
                <dgm:adjLst/>
              </dgm:shape>
              <dgm:presOf axis="desOrSelf" ptType="node"/>
              <dgm:constrLst/>
              <dgm:ruleLst/>
            </dgm:layoutNode>
            <dgm:layoutNode name="childTx" styleLbl="bgAccFollowNode1">
              <dgm:varLst>
                <dgm:bulletEnabled val="1"/>
              </dgm:varLst>
              <dgm:alg type="tx">
                <dgm:param type="parTxLTRAlign" val="l"/>
              </dgm:alg>
              <dgm:shape xmlns:r="http://schemas.openxmlformats.org/officeDocument/2006/relationships" type="rect" r:blip="" hideGeom="1">
                <dgm:adjLst/>
              </dgm:shape>
              <dgm:presOf axis="desOrSelf" ptType="node"/>
              <dgm:choose name="Name14">
                <dgm:if name="Name15" func="var" arg="dir" op="equ" val="norm">
                  <dgm:constrLst>
                    <dgm:constr type="primFontSz" val="65"/>
                    <dgm:constr type="lMarg"/>
                  </dgm:constrLst>
                </dgm:if>
                <dgm:else name="Name16">
                  <dgm:constrLst>
                    <dgm:constr type="primFontSz" val="65"/>
                    <dgm:constr type="rMarg"/>
                  </dgm:constrLst>
                </dgm:else>
              </dgm:choose>
              <dgm:ruleLst>
                <dgm:rule type="primFontSz" val="5" fact="NaN" max="NaN"/>
              </dgm:ruleLst>
            </dgm:layoutNode>
          </dgm:layoutNode>
        </dgm:forEach>
      </dgm:layoutNode>
      <dgm:layoutNode name="negSpace">
        <dgm:alg type="sp"/>
        <dgm:shape xmlns:r="http://schemas.openxmlformats.org/officeDocument/2006/relationships" r:blip="">
          <dgm:adjLst/>
        </dgm:shape>
        <dgm:presOf/>
        <dgm:constrLst/>
        <dgm:ruleLst/>
      </dgm:layoutNode>
      <dgm:layoutNode name="circle" styleLbl="node1">
        <dgm:alg type="tx"/>
        <dgm:shape xmlns:r="http://schemas.openxmlformats.org/officeDocument/2006/relationships" type="ellipse" r:blip="">
          <dgm:adjLst/>
        </dgm:shape>
        <dgm:presOf axis="self"/>
        <dgm:constrLst>
          <dgm:constr type="lMarg"/>
          <dgm:constr type="rMarg"/>
          <dgm:constr type="tMarg"/>
          <dgm:constr type="bMarg"/>
          <dgm:constr type="h" refType="w"/>
        </dgm:constrLst>
        <dgm:ruleLst>
          <dgm:rule type="primFontSz" val="5" fact="NaN" max="NaN"/>
        </dgm:ruleLst>
      </dgm:layoutNode>
      <dgm:forEach name="Name17" axis="followSib" ptType="sibTrans" cnt="1">
        <dgm:layoutNode name="trans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3CEAAF3-9831-450B-8D59-2C09DB96C8FC}" type="datetimeFigureOut">
              <a:rPr lang="en-US"/>
              <a:t>09-Jun-25</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6834459-7356-44BF-850D-8B30C4FB3B6B}" type="slidenum">
              <a:rPr/>
              <a:t>‹#›</a:t>
            </a:fld>
            <a:endParaRPr/>
          </a:p>
        </p:txBody>
      </p:sp>
    </p:spTree>
    <p:extLst>
      <p:ext uri="{BB962C8B-B14F-4D97-AF65-F5344CB8AC3E}">
        <p14:creationId xmlns:p14="http://schemas.microsoft.com/office/powerpoint/2010/main" val="24690165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50CD79-FC16-4410-AB61-17F26E6D3BC8}" type="datetimeFigureOut">
              <a:rPr lang="en-US"/>
              <a:t>09-Jun-25</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3C37BE-C303-496D-B5CD-85F2937540FC}" type="slidenum">
              <a:rPr/>
              <a:t>‹#›</a:t>
            </a:fld>
            <a:endParaRPr/>
          </a:p>
        </p:txBody>
      </p:sp>
    </p:spTree>
    <p:extLst>
      <p:ext uri="{BB962C8B-B14F-4D97-AF65-F5344CB8AC3E}">
        <p14:creationId xmlns:p14="http://schemas.microsoft.com/office/powerpoint/2010/main" val="3350842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1" dirty="0">
                <a:latin typeface="Arial" pitchFamily="34" charset="0"/>
                <a:cs typeface="Arial" pitchFamily="34" charset="0"/>
              </a:rPr>
              <a:t>NOTE:</a:t>
            </a:r>
          </a:p>
          <a:p>
            <a:r>
              <a:rPr lang="en-US" i="1" dirty="0">
                <a:latin typeface="Arial" pitchFamily="34" charset="0"/>
                <a:cs typeface="Arial" pitchFamily="34" charset="0"/>
              </a:rPr>
              <a:t>To change the  image on this slide, select the picture and delete it. Then click the Pictures icon in the placeholder to insert your own image.</a:t>
            </a:r>
          </a:p>
        </p:txBody>
      </p:sp>
      <p:sp>
        <p:nvSpPr>
          <p:cNvPr id="4" name="Slide Number Placeholder 3"/>
          <p:cNvSpPr>
            <a:spLocks noGrp="1"/>
          </p:cNvSpPr>
          <p:nvPr>
            <p:ph type="sldNum" sz="quarter" idx="10"/>
          </p:nvPr>
        </p:nvSpPr>
        <p:spPr/>
        <p:txBody>
          <a:bodyPr/>
          <a:lstStyle/>
          <a:p>
            <a:fld id="{0A3C37BE-C303-496D-B5CD-85F2937540FC}" type="slidenum">
              <a:rPr lang="en-US" smtClean="0"/>
              <a:t>2</a:t>
            </a:fld>
            <a:endParaRPr lang="en-US"/>
          </a:p>
        </p:txBody>
      </p:sp>
    </p:spTree>
    <p:extLst>
      <p:ext uri="{BB962C8B-B14F-4D97-AF65-F5344CB8AC3E}">
        <p14:creationId xmlns:p14="http://schemas.microsoft.com/office/powerpoint/2010/main" val="240615026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402B9795-92DC-40DC-A1CA-9A4B349D7824}" type="datetimeFigureOut">
              <a:rPr lang="en-US" smtClean="0"/>
              <a:pPr/>
              <a:t>09-Jun-25</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0FF54DE5-C571-48E8-A5BC-B369434E2F44}" type="slidenum">
              <a:rPr lang="en-US" smtClean="0"/>
              <a:pPr/>
              <a:t>‹#›</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939047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2B9795-92DC-40DC-A1CA-9A4B349D7824}" type="datetimeFigureOut">
              <a:rPr lang="en-US" smtClean="0"/>
              <a:t>09-Jun-25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F54DE5-C571-48E8-A5BC-B369434E2F44}" type="slidenum">
              <a:rPr lang="en-US" smtClean="0"/>
              <a:t>‹#›</a:t>
            </a:fld>
            <a:endParaRPr lang="en-US"/>
          </a:p>
        </p:txBody>
      </p:sp>
    </p:spTree>
    <p:extLst>
      <p:ext uri="{BB962C8B-B14F-4D97-AF65-F5344CB8AC3E}">
        <p14:creationId xmlns:p14="http://schemas.microsoft.com/office/powerpoint/2010/main" val="31234241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02B9795-92DC-40DC-A1CA-9A4B349D7824}" type="datetimeFigureOut">
              <a:rPr lang="en-US" smtClean="0"/>
              <a:t>09-Jun-25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F54DE5-C571-48E8-A5BC-B369434E2F44}" type="slidenum">
              <a:rPr lang="en-US" smtClean="0"/>
              <a:t>‹#›</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030174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02B9795-92DC-40DC-A1CA-9A4B349D7824}" type="datetimeFigureOut">
              <a:rPr lang="en-US" smtClean="0"/>
              <a:t>09-Jun-25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F54DE5-C571-48E8-A5BC-B369434E2F44}" type="slidenum">
              <a:rPr lang="en-US" smtClean="0"/>
              <a:t>‹#›</a:t>
            </a:fld>
            <a:endParaRPr lang="en-US"/>
          </a:p>
        </p:txBody>
      </p:sp>
    </p:spTree>
    <p:extLst>
      <p:ext uri="{BB962C8B-B14F-4D97-AF65-F5344CB8AC3E}">
        <p14:creationId xmlns:p14="http://schemas.microsoft.com/office/powerpoint/2010/main" val="19053078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02B9795-92DC-40DC-A1CA-9A4B349D7824}" type="datetimeFigureOut">
              <a:rPr lang="en-US" smtClean="0"/>
              <a:t>09-Jun-25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FF54DE5-C571-48E8-A5BC-B369434E2F44}" type="slidenum">
              <a:rPr lang="en-US" smtClean="0"/>
              <a:t>‹#›</a:t>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330212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02B9795-92DC-40DC-A1CA-9A4B349D7824}" type="datetimeFigureOut">
              <a:rPr lang="en-US" smtClean="0"/>
              <a:t>09-Jun-25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FF54DE5-C571-48E8-A5BC-B369434E2F44}"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961389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2B9795-92DC-40DC-A1CA-9A4B349D7824}" type="datetimeFigureOut">
              <a:rPr lang="en-US" smtClean="0"/>
              <a:t>09-Jun-25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FF54DE5-C571-48E8-A5BC-B369434E2F44}" type="slidenum">
              <a:rPr lang="en-US" smtClean="0"/>
              <a:t>‹#›</a:t>
            </a:fld>
            <a:endParaRPr lang="en-US"/>
          </a:p>
        </p:txBody>
      </p:sp>
    </p:spTree>
    <p:extLst>
      <p:ext uri="{BB962C8B-B14F-4D97-AF65-F5344CB8AC3E}">
        <p14:creationId xmlns:p14="http://schemas.microsoft.com/office/powerpoint/2010/main" val="21368258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02B9795-92DC-40DC-A1CA-9A4B349D7824}" type="datetimeFigureOut">
              <a:rPr lang="en-US" smtClean="0"/>
              <a:t>09-Jun-25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F54DE5-C571-48E8-A5BC-B369434E2F44}" type="slidenum">
              <a:rPr lang="en-US" smtClean="0"/>
              <a:t>‹#›</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83391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02B9795-92DC-40DC-A1CA-9A4B349D7824}" type="datetimeFigureOut">
              <a:rPr lang="en-US" smtClean="0"/>
              <a:t>09-Jun-25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F54DE5-C571-48E8-A5BC-B369434E2F44}" type="slidenum">
              <a:rPr lang="en-US" smtClean="0"/>
              <a:t>‹#›</a:t>
            </a:fld>
            <a:endParaRPr lang="en-US"/>
          </a:p>
        </p:txBody>
      </p:sp>
    </p:spTree>
    <p:extLst>
      <p:ext uri="{BB962C8B-B14F-4D97-AF65-F5344CB8AC3E}">
        <p14:creationId xmlns:p14="http://schemas.microsoft.com/office/powerpoint/2010/main" val="5957598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02B9795-92DC-40DC-A1CA-9A4B349D7824}" type="datetimeFigureOut">
              <a:rPr lang="en-US" smtClean="0"/>
              <a:pPr/>
              <a:t>09-Jun-25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FF54DE5-C571-48E8-A5BC-B369434E2F44}" type="slidenum">
              <a:rPr lang="en-US" smtClean="0"/>
              <a:pPr/>
              <a:t>‹#›</a:t>
            </a:fld>
            <a:endParaRPr lang="en-US"/>
          </a:p>
        </p:txBody>
      </p:sp>
    </p:spTree>
    <p:extLst>
      <p:ext uri="{BB962C8B-B14F-4D97-AF65-F5344CB8AC3E}">
        <p14:creationId xmlns:p14="http://schemas.microsoft.com/office/powerpoint/2010/main" val="32339183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02B9795-92DC-40DC-A1CA-9A4B349D7824}" type="datetimeFigureOut">
              <a:rPr lang="en-US" smtClean="0"/>
              <a:pPr/>
              <a:t>09-Jun-25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F54DE5-C571-48E8-A5BC-B369434E2F44}" type="slidenum">
              <a:rPr lang="en-US" smtClean="0"/>
              <a:pPr/>
              <a:t>‹#›</a:t>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331624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02B9795-92DC-40DC-A1CA-9A4B349D7824}" type="datetimeFigureOut">
              <a:rPr lang="en-US" smtClean="0"/>
              <a:pPr/>
              <a:t>09-Jun-25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F54DE5-C571-48E8-A5BC-B369434E2F44}" type="slidenum">
              <a:rPr lang="en-US" smtClean="0"/>
              <a:pPr/>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158424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02B9795-92DC-40DC-A1CA-9A4B349D7824}" type="datetimeFigureOut">
              <a:rPr lang="en-US" smtClean="0"/>
              <a:pPr/>
              <a:t>09-Jun-25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F54DE5-C571-48E8-A5BC-B369434E2F44}" type="slidenum">
              <a:rPr lang="en-US" smtClean="0"/>
              <a:pPr/>
              <a:t>‹#›</a:t>
            </a:fld>
            <a:endParaRPr lang="en-US"/>
          </a:p>
        </p:txBody>
      </p:sp>
    </p:spTree>
    <p:extLst>
      <p:ext uri="{BB962C8B-B14F-4D97-AF65-F5344CB8AC3E}">
        <p14:creationId xmlns:p14="http://schemas.microsoft.com/office/powerpoint/2010/main" val="260501875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02B9795-92DC-40DC-A1CA-9A4B349D7824}" type="datetimeFigureOut">
              <a:rPr lang="en-US" smtClean="0"/>
              <a:pPr/>
              <a:t>09-Jun-25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F54DE5-C571-48E8-A5BC-B369434E2F44}" type="slidenum">
              <a:rPr lang="en-US" smtClean="0"/>
              <a:pPr/>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129071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02B9795-92DC-40DC-A1CA-9A4B349D7824}" type="datetimeFigureOut">
              <a:rPr lang="en-US" smtClean="0"/>
              <a:pPr/>
              <a:t>09-Jun-25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F54DE5-C571-48E8-A5BC-B369434E2F44}" type="slidenum">
              <a:rPr lang="en-US" smtClean="0"/>
              <a:pPr/>
              <a:t>‹#›</a:t>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821703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2B9795-92DC-40DC-A1CA-9A4B349D7824}" type="datetimeFigureOut">
              <a:rPr lang="en-US" smtClean="0"/>
              <a:t>09-Jun-25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F54DE5-C571-48E8-A5BC-B369434E2F44}"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24195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02B9795-92DC-40DC-A1CA-9A4B349D7824}" type="datetimeFigureOut">
              <a:rPr lang="en-US" smtClean="0"/>
              <a:t>09-Jun-25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FF54DE5-C571-48E8-A5BC-B369434E2F44}" type="slidenum">
              <a:rPr lang="en-US" smtClean="0"/>
              <a:t>‹#›</a:t>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482792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cSld name="Title Slide with Picture">
    <p:spTree>
      <p:nvGrpSpPr>
        <p:cNvPr id="1" name=""/>
        <p:cNvGrpSpPr/>
        <p:nvPr/>
      </p:nvGrpSpPr>
      <p:grpSpPr>
        <a:xfrm>
          <a:off x="0" y="0"/>
          <a:ext cx="0" cy="0"/>
          <a:chOff x="0" y="0"/>
          <a:chExt cx="0" cy="0"/>
        </a:xfrm>
      </p:grpSpPr>
      <p:sp>
        <p:nvSpPr>
          <p:cNvPr id="2" name="Title 1"/>
          <p:cNvSpPr>
            <a:spLocks noGrp="1"/>
          </p:cNvSpPr>
          <p:nvPr>
            <p:ph type="ctrTitle"/>
          </p:nvPr>
        </p:nvSpPr>
        <p:spPr>
          <a:xfrm>
            <a:off x="1104900" y="2292094"/>
            <a:ext cx="5734050" cy="2219691"/>
          </a:xfrm>
        </p:spPr>
        <p:txBody>
          <a:bodyPr anchor="ctr">
            <a:normAutofit/>
          </a:bodyPr>
          <a:lstStyle>
            <a:lvl1pPr algn="l">
              <a:defRPr sz="4400" cap="all" baseline="0"/>
            </a:lvl1pPr>
          </a:lstStyle>
          <a:p>
            <a:r>
              <a:rPr lang="en-US"/>
              <a:t>Click to edit Master title style</a:t>
            </a:r>
            <a:endParaRPr/>
          </a:p>
        </p:txBody>
      </p:sp>
      <p:sp>
        <p:nvSpPr>
          <p:cNvPr id="3" name="Subtitle 2"/>
          <p:cNvSpPr>
            <a:spLocks noGrp="1"/>
          </p:cNvSpPr>
          <p:nvPr>
            <p:ph type="subTitle" idx="1"/>
          </p:nvPr>
        </p:nvSpPr>
        <p:spPr>
          <a:xfrm>
            <a:off x="1104900" y="4511784"/>
            <a:ext cx="5734050"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a:p>
        </p:txBody>
      </p:sp>
      <p:sp>
        <p:nvSpPr>
          <p:cNvPr id="11" name="Picture Placeholder 10" descr="An empty placeholder to add an image. Click on the placeholder and select the image that you wish to add."/>
          <p:cNvSpPr>
            <a:spLocks noGrp="1"/>
          </p:cNvSpPr>
          <p:nvPr>
            <p:ph type="pic" sz="quarter" idx="13"/>
          </p:nvPr>
        </p:nvSpPr>
        <p:spPr>
          <a:xfrm>
            <a:off x="6981063" y="1310656"/>
            <a:ext cx="5210937" cy="4208604"/>
          </a:xfrm>
          <a:solidFill>
            <a:schemeClr val="tx1">
              <a:lumMod val="20000"/>
              <a:lumOff val="80000"/>
            </a:schemeClr>
          </a:solidFill>
        </p:spPr>
        <p:txBody>
          <a:bodyPr tIns="1005840"/>
          <a:lstStyle>
            <a:lvl1pPr marL="0" indent="0" algn="ctr">
              <a:buNone/>
              <a:defRPr/>
            </a:lvl1pPr>
          </a:lstStyle>
          <a:p>
            <a:r>
              <a:rPr lang="en-US"/>
              <a:t>Click icon to add picture</a:t>
            </a:r>
            <a:endParaRPr/>
          </a:p>
        </p:txBody>
      </p:sp>
    </p:spTree>
    <p:extLst>
      <p:ext uri="{BB962C8B-B14F-4D97-AF65-F5344CB8AC3E}">
        <p14:creationId xmlns:p14="http://schemas.microsoft.com/office/powerpoint/2010/main" val="910298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1">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1">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402B9795-92DC-40DC-A1CA-9A4B349D7824}" type="datetimeFigureOut">
              <a:rPr lang="en-US" smtClean="0"/>
              <a:pPr/>
              <a:t>09-Jun-25</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FF54DE5-C571-48E8-A5BC-B369434E2F44}" type="slidenum">
              <a:rPr lang="en-US" smtClean="0"/>
              <a:pPr/>
              <a:t>‹#›</a:t>
            </a:fld>
            <a:endParaRPr lang="en-US"/>
          </a:p>
        </p:txBody>
      </p:sp>
    </p:spTree>
    <p:extLst>
      <p:ext uri="{BB962C8B-B14F-4D97-AF65-F5344CB8AC3E}">
        <p14:creationId xmlns:p14="http://schemas.microsoft.com/office/powerpoint/2010/main" val="2572129471"/>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 id="2147483679" r:id="rId1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603D9AE-5E85-4D14-9A9C-240E024981FB}"/>
              </a:ext>
            </a:extLst>
          </p:cNvPr>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0" y="0"/>
            <a:ext cx="12192000" cy="6868734"/>
          </a:xfrm>
          <a:prstGeom prst="rect">
            <a:avLst/>
          </a:prstGeom>
        </p:spPr>
      </p:pic>
    </p:spTree>
    <p:extLst>
      <p:ext uri="{BB962C8B-B14F-4D97-AF65-F5344CB8AC3E}">
        <p14:creationId xmlns:p14="http://schemas.microsoft.com/office/powerpoint/2010/main" val="2195990967"/>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p:txBody>
          <a:bodyPr anchor="ctr"/>
          <a:lstStyle/>
          <a:p>
            <a:r>
              <a:rPr lang="en-US" dirty="0"/>
              <a:t>ESSAY </a:t>
            </a:r>
            <a:r>
              <a:rPr lang="en-US" dirty="0" err="1"/>
              <a:t>wRITING</a:t>
            </a:r>
            <a:endParaRPr lang="en-US" dirty="0"/>
          </a:p>
        </p:txBody>
      </p:sp>
      <p:pic>
        <p:nvPicPr>
          <p:cNvPr id="4" name="Picture Placeholder 3" descr="Open book on table, blurred shelves of books in background"/>
          <p:cNvPicPr>
            <a:picLocks noGrp="1" noChangeAspect="1"/>
          </p:cNvPicPr>
          <p:nvPr>
            <p:ph type="pic" sz="quarter" idx="13"/>
          </p:nvPr>
        </p:nvPicPr>
        <p:blipFill>
          <a:blip r:embed="rId3" cstate="print">
            <a:extLst>
              <a:ext uri="{28A0092B-C50C-407E-A947-70E740481C1C}">
                <a14:useLocalDpi xmlns:a14="http://schemas.microsoft.com/office/drawing/2010/main" val="0"/>
              </a:ext>
            </a:extLst>
          </a:blip>
          <a:srcRect l="8895" r="8895"/>
          <a:stretch>
            <a:fillRect/>
          </a:stretch>
        </p:blipFill>
        <p:spPr/>
      </p:pic>
    </p:spTree>
    <p:extLst>
      <p:ext uri="{BB962C8B-B14F-4D97-AF65-F5344CB8AC3E}">
        <p14:creationId xmlns:p14="http://schemas.microsoft.com/office/powerpoint/2010/main" val="1652133998"/>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D8659-55B2-46A7-80F9-E9D5590F9B1D}"/>
              </a:ext>
            </a:extLst>
          </p:cNvPr>
          <p:cNvSpPr>
            <a:spLocks noGrp="1"/>
          </p:cNvSpPr>
          <p:nvPr>
            <p:ph type="ctrTitle"/>
          </p:nvPr>
        </p:nvSpPr>
        <p:spPr/>
        <p:txBody>
          <a:bodyPr/>
          <a:lstStyle/>
          <a:p>
            <a:r>
              <a:rPr lang="en-US" dirty="0"/>
              <a:t>Presented By</a:t>
            </a:r>
          </a:p>
        </p:txBody>
      </p:sp>
      <p:sp>
        <p:nvSpPr>
          <p:cNvPr id="3" name="Subtitle 2">
            <a:extLst>
              <a:ext uri="{FF2B5EF4-FFF2-40B4-BE49-F238E27FC236}">
                <a16:creationId xmlns:a16="http://schemas.microsoft.com/office/drawing/2014/main" id="{52E8DED9-2B3A-40DA-AA12-824E58AD0A15}"/>
              </a:ext>
            </a:extLst>
          </p:cNvPr>
          <p:cNvSpPr>
            <a:spLocks noGrp="1"/>
          </p:cNvSpPr>
          <p:nvPr>
            <p:ph type="subTitle" idx="1"/>
          </p:nvPr>
        </p:nvSpPr>
        <p:spPr/>
        <p:txBody>
          <a:bodyPr/>
          <a:lstStyle/>
          <a:p>
            <a:r>
              <a:rPr lang="en-US" sz="2400" dirty="0"/>
              <a:t>Muhammad</a:t>
            </a:r>
            <a:r>
              <a:rPr lang="en-US" dirty="0"/>
              <a:t> </a:t>
            </a:r>
            <a:r>
              <a:rPr lang="en-US" dirty="0" err="1"/>
              <a:t>Umer</a:t>
            </a:r>
            <a:r>
              <a:rPr lang="en-US" dirty="0"/>
              <a:t> (005)</a:t>
            </a:r>
          </a:p>
        </p:txBody>
      </p:sp>
    </p:spTree>
    <p:extLst>
      <p:ext uri="{BB962C8B-B14F-4D97-AF65-F5344CB8AC3E}">
        <p14:creationId xmlns:p14="http://schemas.microsoft.com/office/powerpoint/2010/main" val="1147765658"/>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562EFD65-1E1E-421E-9476-A19078C3334C}"/>
              </a:ext>
            </a:extLst>
          </p:cNvPr>
          <p:cNvSpPr>
            <a:spLocks noGrp="1"/>
          </p:cNvSpPr>
          <p:nvPr>
            <p:ph idx="1"/>
          </p:nvPr>
        </p:nvSpPr>
        <p:spPr/>
        <p:txBody>
          <a:bodyPr/>
          <a:lstStyle/>
          <a:p>
            <a:pPr algn="just"/>
            <a:r>
              <a:rPr lang="en-US" dirty="0"/>
              <a:t>An essay is a short piece of writing where someone shares their ideas, thoughts, or opinions about a specific topic. It usually has an introduction to explain what the essay is about, a middle part with details and examples, and a conclusion to wrap things up. Essays help people express what they think clearly and in an organized way.</a:t>
            </a:r>
          </a:p>
          <a:p>
            <a:pPr marL="0" indent="0" algn="just">
              <a:buNone/>
            </a:pPr>
            <a:endParaRPr lang="en-US" dirty="0"/>
          </a:p>
        </p:txBody>
      </p:sp>
    </p:spTree>
    <p:extLst>
      <p:ext uri="{BB962C8B-B14F-4D97-AF65-F5344CB8AC3E}">
        <p14:creationId xmlns:p14="http://schemas.microsoft.com/office/powerpoint/2010/main" val="4010278615"/>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Structure of Essay</a:t>
            </a:r>
          </a:p>
        </p:txBody>
      </p:sp>
      <p:sp>
        <p:nvSpPr>
          <p:cNvPr id="3" name="Content Placeholder 2"/>
          <p:cNvSpPr>
            <a:spLocks noGrp="1"/>
          </p:cNvSpPr>
          <p:nvPr>
            <p:ph sz="half" idx="1"/>
          </p:nvPr>
        </p:nvSpPr>
        <p:spPr>
          <a:xfrm>
            <a:off x="2634190" y="2676862"/>
            <a:ext cx="3022540" cy="3310128"/>
          </a:xfrm>
        </p:spPr>
        <p:txBody>
          <a:bodyPr/>
          <a:lstStyle/>
          <a:p>
            <a:r>
              <a:rPr lang="en-US" dirty="0"/>
              <a:t>Introduction</a:t>
            </a:r>
          </a:p>
          <a:p>
            <a:r>
              <a:rPr lang="en-US" dirty="0"/>
              <a:t>Main Body</a:t>
            </a:r>
          </a:p>
          <a:p>
            <a:r>
              <a:rPr lang="en-US" dirty="0"/>
              <a:t>Conclusion</a:t>
            </a:r>
          </a:p>
        </p:txBody>
      </p:sp>
      <p:pic>
        <p:nvPicPr>
          <p:cNvPr id="10" name="Content Placeholder 9">
            <a:extLst>
              <a:ext uri="{FF2B5EF4-FFF2-40B4-BE49-F238E27FC236}">
                <a16:creationId xmlns:a16="http://schemas.microsoft.com/office/drawing/2014/main" id="{C60781D9-ED79-4AEC-B519-7D0F4813AACC}"/>
              </a:ext>
            </a:extLst>
          </p:cNvPr>
          <p:cNvPicPr>
            <a:picLocks noGrp="1" noChangeAspect="1"/>
          </p:cNvPicPr>
          <p:nvPr>
            <p:ph sz="half" idx="2"/>
          </p:nvPr>
        </p:nvPicPr>
        <p:blipFill>
          <a:blip r:embed="rId2" cstate="print">
            <a:extLst>
              <a:ext uri="{28A0092B-C50C-407E-A947-70E740481C1C}">
                <a14:useLocalDpi xmlns:a14="http://schemas.microsoft.com/office/drawing/2010/main" val="0"/>
              </a:ext>
            </a:extLst>
          </a:blip>
          <a:stretch>
            <a:fillRect/>
          </a:stretch>
        </p:blipFill>
        <p:spPr>
          <a:xfrm>
            <a:off x="6311642" y="2560638"/>
            <a:ext cx="4458215" cy="3309937"/>
          </a:xfrm>
        </p:spPr>
      </p:pic>
    </p:spTree>
    <p:extLst>
      <p:ext uri="{BB962C8B-B14F-4D97-AF65-F5344CB8AC3E}">
        <p14:creationId xmlns:p14="http://schemas.microsoft.com/office/powerpoint/2010/main" val="2853788422"/>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an Essay</a:t>
            </a:r>
          </a:p>
        </p:txBody>
      </p:sp>
      <p:graphicFrame>
        <p:nvGraphicFramePr>
          <p:cNvPr id="4" name="Content Placeholder 3" descr="Stacked List showing 4 groups arranged from left to right with task descriptions under each group"/>
          <p:cNvGraphicFramePr>
            <a:graphicFrameLocks noGrp="1"/>
          </p:cNvGraphicFramePr>
          <p:nvPr>
            <p:ph idx="1"/>
            <p:extLst>
              <p:ext uri="{D42A27DB-BD31-4B8C-83A1-F6EECF244321}">
                <p14:modId xmlns:p14="http://schemas.microsoft.com/office/powerpoint/2010/main" val="358066299"/>
              </p:ext>
            </p:extLst>
          </p:nvPr>
        </p:nvGraphicFramePr>
        <p:xfrm>
          <a:off x="770965" y="2557463"/>
          <a:ext cx="10641106" cy="33178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24509479"/>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Descriptive Essay</a:t>
            </a:r>
          </a:p>
        </p:txBody>
      </p:sp>
      <p:sp>
        <p:nvSpPr>
          <p:cNvPr id="3" name="Rectangle 2">
            <a:extLst>
              <a:ext uri="{FF2B5EF4-FFF2-40B4-BE49-F238E27FC236}">
                <a16:creationId xmlns:a16="http://schemas.microsoft.com/office/drawing/2014/main" id="{0C809D68-D300-4B9A-AFCA-3BD087FB7C0A}"/>
              </a:ext>
            </a:extLst>
          </p:cNvPr>
          <p:cNvSpPr/>
          <p:nvPr/>
        </p:nvSpPr>
        <p:spPr>
          <a:xfrm>
            <a:off x="1532965" y="2551835"/>
            <a:ext cx="9363633" cy="1938992"/>
          </a:xfrm>
          <a:prstGeom prst="rect">
            <a:avLst/>
          </a:prstGeom>
        </p:spPr>
        <p:txBody>
          <a:bodyPr wrap="square">
            <a:spAutoFit/>
          </a:bodyPr>
          <a:lstStyle/>
          <a:p>
            <a:pPr marL="285750" indent="-285750" algn="just">
              <a:buFont typeface="Wingdings" panose="05000000000000000000" pitchFamily="2" charset="2"/>
              <a:buChar char="Ø"/>
            </a:pPr>
            <a:r>
              <a:rPr lang="en-US" sz="2400" dirty="0"/>
              <a:t>A descriptive essay is a type of writing that explains or describes something in a way that helps the reader imagine it clearly. It can be about a person, place, object, event, or even a feeling, using detailed words that appeal to the senses like sight, sound, smell, taste, and touch. The goal is to paint a picture with words so the reader can feel like they are experiencing it too.</a:t>
            </a:r>
          </a:p>
        </p:txBody>
      </p:sp>
      <p:sp>
        <p:nvSpPr>
          <p:cNvPr id="9" name="TextBox 8">
            <a:extLst>
              <a:ext uri="{FF2B5EF4-FFF2-40B4-BE49-F238E27FC236}">
                <a16:creationId xmlns:a16="http://schemas.microsoft.com/office/drawing/2014/main" id="{308845D9-FDEE-46CB-B70B-0E04DD16CADF}"/>
              </a:ext>
            </a:extLst>
          </p:cNvPr>
          <p:cNvSpPr txBox="1"/>
          <p:nvPr/>
        </p:nvSpPr>
        <p:spPr>
          <a:xfrm>
            <a:off x="1532965" y="4756663"/>
            <a:ext cx="4141694" cy="584775"/>
          </a:xfrm>
          <a:prstGeom prst="rect">
            <a:avLst/>
          </a:prstGeom>
          <a:noFill/>
        </p:spPr>
        <p:txBody>
          <a:bodyPr wrap="square" rtlCol="0">
            <a:spAutoFit/>
          </a:bodyPr>
          <a:lstStyle/>
          <a:p>
            <a:pPr lvl="0" defTabSz="914400" eaLnBrk="0" fontAlgn="base" hangingPunct="0">
              <a:spcBef>
                <a:spcPct val="0"/>
              </a:spcBef>
              <a:spcAft>
                <a:spcPct val="0"/>
              </a:spcAft>
              <a:buFontTx/>
              <a:buChar char="•"/>
            </a:pPr>
            <a:r>
              <a:rPr lang="en-US" altLang="en-US" sz="1600" dirty="0">
                <a:latin typeface="Times New Roman" panose="02020603050405020304" pitchFamily="18" charset="0"/>
                <a:cs typeface="Times New Roman" panose="02020603050405020304" pitchFamily="18" charset="0"/>
              </a:rPr>
              <a:t>A Rainy Day in the City</a:t>
            </a:r>
          </a:p>
          <a:p>
            <a:pPr lvl="0" defTabSz="914400" eaLnBrk="0" fontAlgn="base" hangingPunct="0">
              <a:spcBef>
                <a:spcPct val="0"/>
              </a:spcBef>
              <a:spcAft>
                <a:spcPct val="0"/>
              </a:spcAft>
              <a:buFontTx/>
              <a:buChar char="•"/>
            </a:pPr>
            <a:r>
              <a:rPr lang="en-US" altLang="en-US" sz="1600" dirty="0">
                <a:latin typeface="Times New Roman" panose="02020603050405020304" pitchFamily="18" charset="0"/>
                <a:cs typeface="Times New Roman" panose="02020603050405020304" pitchFamily="18" charset="0"/>
              </a:rPr>
              <a:t>My Grandmother’s Kitchen</a:t>
            </a:r>
          </a:p>
        </p:txBody>
      </p:sp>
    </p:spTree>
    <p:extLst>
      <p:ext uri="{BB962C8B-B14F-4D97-AF65-F5344CB8AC3E}">
        <p14:creationId xmlns:p14="http://schemas.microsoft.com/office/powerpoint/2010/main" val="1527004159"/>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Compare and Contrast Essay</a:t>
            </a:r>
          </a:p>
        </p:txBody>
      </p:sp>
      <p:sp>
        <p:nvSpPr>
          <p:cNvPr id="3" name="Rectangle 2">
            <a:extLst>
              <a:ext uri="{FF2B5EF4-FFF2-40B4-BE49-F238E27FC236}">
                <a16:creationId xmlns:a16="http://schemas.microsoft.com/office/drawing/2014/main" id="{0C809D68-D300-4B9A-AFCA-3BD087FB7C0A}"/>
              </a:ext>
            </a:extLst>
          </p:cNvPr>
          <p:cNvSpPr/>
          <p:nvPr/>
        </p:nvSpPr>
        <p:spPr>
          <a:xfrm>
            <a:off x="1532965" y="2551835"/>
            <a:ext cx="9363633" cy="1938992"/>
          </a:xfrm>
          <a:prstGeom prst="rect">
            <a:avLst/>
          </a:prstGeom>
        </p:spPr>
        <p:txBody>
          <a:bodyPr wrap="square">
            <a:spAutoFit/>
          </a:bodyPr>
          <a:lstStyle/>
          <a:p>
            <a:pPr marL="285750" indent="-285750" algn="just">
              <a:buFont typeface="Wingdings" panose="05000000000000000000" pitchFamily="2" charset="2"/>
              <a:buChar char="Ø"/>
            </a:pPr>
            <a:r>
              <a:rPr lang="en-US" sz="2400" dirty="0"/>
              <a:t>A compare and contrast essay is a type of writing where you look at two or more things to show how they are alike (compare) and how they are different (contrast). The goal is to help the reader understand the similarities and differences between the subjects. This kind of essay often uses clear points and examples to make the comparison easy to follow.</a:t>
            </a:r>
          </a:p>
        </p:txBody>
      </p:sp>
      <p:sp>
        <p:nvSpPr>
          <p:cNvPr id="4" name="TextBox 3">
            <a:extLst>
              <a:ext uri="{FF2B5EF4-FFF2-40B4-BE49-F238E27FC236}">
                <a16:creationId xmlns:a16="http://schemas.microsoft.com/office/drawing/2014/main" id="{343F66D0-2F93-41BB-85A8-54901A7CB873}"/>
              </a:ext>
            </a:extLst>
          </p:cNvPr>
          <p:cNvSpPr txBox="1"/>
          <p:nvPr/>
        </p:nvSpPr>
        <p:spPr>
          <a:xfrm>
            <a:off x="1532964" y="4756663"/>
            <a:ext cx="4365811" cy="584775"/>
          </a:xfrm>
          <a:prstGeom prst="rect">
            <a:avLst/>
          </a:prstGeom>
          <a:noFill/>
        </p:spPr>
        <p:txBody>
          <a:bodyPr wrap="square" rtlCol="0">
            <a:spAutoFit/>
          </a:bodyPr>
          <a:lstStyle/>
          <a:p>
            <a:pPr lvl="0" defTabSz="914400" eaLnBrk="0" fontAlgn="base" hangingPunct="0">
              <a:spcBef>
                <a:spcPct val="0"/>
              </a:spcBef>
              <a:spcAft>
                <a:spcPct val="0"/>
              </a:spcAft>
              <a:buFontTx/>
              <a:buChar char="•"/>
            </a:pPr>
            <a:r>
              <a:rPr lang="en-US" altLang="en-US" sz="1600" dirty="0">
                <a:latin typeface="Times New Roman" panose="02020603050405020304" pitchFamily="18" charset="0"/>
                <a:cs typeface="Times New Roman" panose="02020603050405020304" pitchFamily="18" charset="0"/>
              </a:rPr>
              <a:t>City life VS Village life</a:t>
            </a:r>
          </a:p>
          <a:p>
            <a:pPr lvl="0" defTabSz="914400" eaLnBrk="0" fontAlgn="base" hangingPunct="0">
              <a:spcBef>
                <a:spcPct val="0"/>
              </a:spcBef>
              <a:spcAft>
                <a:spcPct val="0"/>
              </a:spcAft>
              <a:buFontTx/>
              <a:buChar char="•"/>
            </a:pPr>
            <a:r>
              <a:rPr lang="en-US" altLang="en-US" sz="1600" dirty="0">
                <a:latin typeface="Times New Roman" panose="02020603050405020304" pitchFamily="18" charset="0"/>
                <a:cs typeface="Times New Roman" panose="02020603050405020304" pitchFamily="18" charset="0"/>
              </a:rPr>
              <a:t>Online classes VS Traditional classroom classes</a:t>
            </a:r>
          </a:p>
        </p:txBody>
      </p:sp>
    </p:spTree>
    <p:extLst>
      <p:ext uri="{BB962C8B-B14F-4D97-AF65-F5344CB8AC3E}">
        <p14:creationId xmlns:p14="http://schemas.microsoft.com/office/powerpoint/2010/main" val="1868380234"/>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Narrative Essay</a:t>
            </a:r>
          </a:p>
        </p:txBody>
      </p:sp>
      <p:sp>
        <p:nvSpPr>
          <p:cNvPr id="3" name="Rectangle 2">
            <a:extLst>
              <a:ext uri="{FF2B5EF4-FFF2-40B4-BE49-F238E27FC236}">
                <a16:creationId xmlns:a16="http://schemas.microsoft.com/office/drawing/2014/main" id="{0C809D68-D300-4B9A-AFCA-3BD087FB7C0A}"/>
              </a:ext>
            </a:extLst>
          </p:cNvPr>
          <p:cNvSpPr/>
          <p:nvPr/>
        </p:nvSpPr>
        <p:spPr>
          <a:xfrm>
            <a:off x="1532965" y="2551835"/>
            <a:ext cx="9363633" cy="1938992"/>
          </a:xfrm>
          <a:prstGeom prst="rect">
            <a:avLst/>
          </a:prstGeom>
        </p:spPr>
        <p:txBody>
          <a:bodyPr wrap="square">
            <a:spAutoFit/>
          </a:bodyPr>
          <a:lstStyle/>
          <a:p>
            <a:pPr marL="285750" indent="-285750" algn="just">
              <a:buFont typeface="Wingdings" panose="05000000000000000000" pitchFamily="2" charset="2"/>
              <a:buChar char="Ø"/>
            </a:pPr>
            <a:r>
              <a:rPr lang="en-US" sz="2400" dirty="0"/>
              <a:t>A narrative essay is a type of writing that tells a story about a real or imagined event from the writer’s life or someone else’s. It has characters, a setting, a plot, and usually a clear beginning, middle, and end. The goal is to share an experience in a way that feels interesting and meaningful to the reader.</a:t>
            </a:r>
          </a:p>
        </p:txBody>
      </p:sp>
      <p:sp>
        <p:nvSpPr>
          <p:cNvPr id="4" name="TextBox 3">
            <a:extLst>
              <a:ext uri="{FF2B5EF4-FFF2-40B4-BE49-F238E27FC236}">
                <a16:creationId xmlns:a16="http://schemas.microsoft.com/office/drawing/2014/main" id="{7D016C9B-F9E6-441B-A177-7E1BCA631040}"/>
              </a:ext>
            </a:extLst>
          </p:cNvPr>
          <p:cNvSpPr txBox="1"/>
          <p:nvPr/>
        </p:nvSpPr>
        <p:spPr>
          <a:xfrm>
            <a:off x="1532965" y="4756663"/>
            <a:ext cx="4141694" cy="584775"/>
          </a:xfrm>
          <a:prstGeom prst="rect">
            <a:avLst/>
          </a:prstGeom>
          <a:noFill/>
        </p:spPr>
        <p:txBody>
          <a:bodyPr wrap="square" rtlCol="0">
            <a:spAutoFit/>
          </a:bodyPr>
          <a:lstStyle/>
          <a:p>
            <a:pPr lvl="0" defTabSz="914400" eaLnBrk="0" fontAlgn="base" hangingPunct="0">
              <a:spcBef>
                <a:spcPct val="0"/>
              </a:spcBef>
              <a:spcAft>
                <a:spcPct val="0"/>
              </a:spcAft>
              <a:buFontTx/>
              <a:buChar char="•"/>
            </a:pPr>
            <a:r>
              <a:rPr lang="en-US" altLang="en-US" sz="1600" dirty="0">
                <a:latin typeface="Times New Roman" panose="02020603050405020304" pitchFamily="18" charset="0"/>
                <a:cs typeface="Times New Roman" panose="02020603050405020304" pitchFamily="18" charset="0"/>
              </a:rPr>
              <a:t>The day I got lost at the fair</a:t>
            </a:r>
          </a:p>
          <a:p>
            <a:pPr lvl="0" defTabSz="914400" eaLnBrk="0" fontAlgn="base" hangingPunct="0">
              <a:spcBef>
                <a:spcPct val="0"/>
              </a:spcBef>
              <a:spcAft>
                <a:spcPct val="0"/>
              </a:spcAft>
              <a:buFontTx/>
              <a:buChar char="•"/>
            </a:pPr>
            <a:r>
              <a:rPr lang="en-US" altLang="en-US" sz="1600" dirty="0">
                <a:latin typeface="Times New Roman" panose="02020603050405020304" pitchFamily="18" charset="0"/>
                <a:cs typeface="Times New Roman" panose="02020603050405020304" pitchFamily="18" charset="0"/>
              </a:rPr>
              <a:t>My first time on an Airplane.</a:t>
            </a:r>
          </a:p>
        </p:txBody>
      </p:sp>
    </p:spTree>
    <p:extLst>
      <p:ext uri="{BB962C8B-B14F-4D97-AF65-F5344CB8AC3E}">
        <p14:creationId xmlns:p14="http://schemas.microsoft.com/office/powerpoint/2010/main" val="3081131558"/>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Discursive Essay</a:t>
            </a:r>
          </a:p>
        </p:txBody>
      </p:sp>
      <p:sp>
        <p:nvSpPr>
          <p:cNvPr id="3" name="Rectangle 2">
            <a:extLst>
              <a:ext uri="{FF2B5EF4-FFF2-40B4-BE49-F238E27FC236}">
                <a16:creationId xmlns:a16="http://schemas.microsoft.com/office/drawing/2014/main" id="{0C809D68-D300-4B9A-AFCA-3BD087FB7C0A}"/>
              </a:ext>
            </a:extLst>
          </p:cNvPr>
          <p:cNvSpPr/>
          <p:nvPr/>
        </p:nvSpPr>
        <p:spPr>
          <a:xfrm>
            <a:off x="1532965" y="2551835"/>
            <a:ext cx="9363633" cy="1569660"/>
          </a:xfrm>
          <a:prstGeom prst="rect">
            <a:avLst/>
          </a:prstGeom>
        </p:spPr>
        <p:txBody>
          <a:bodyPr wrap="square">
            <a:spAutoFit/>
          </a:bodyPr>
          <a:lstStyle/>
          <a:p>
            <a:pPr marL="285750" indent="-285750" algn="just">
              <a:buFont typeface="Wingdings" panose="05000000000000000000" pitchFamily="2" charset="2"/>
              <a:buChar char="Ø"/>
            </a:pPr>
            <a:r>
              <a:rPr lang="en-US" sz="2400" dirty="0"/>
              <a:t>A discursive essay is a type of writing that explores a topic by presenting different sides of an argument in a fair and balanced way. It explains both the supporting and opposing views clearly, helping the reader think deeply and form their own opinion.</a:t>
            </a:r>
          </a:p>
        </p:txBody>
      </p:sp>
      <p:sp>
        <p:nvSpPr>
          <p:cNvPr id="4" name="TextBox 3">
            <a:extLst>
              <a:ext uri="{FF2B5EF4-FFF2-40B4-BE49-F238E27FC236}">
                <a16:creationId xmlns:a16="http://schemas.microsoft.com/office/drawing/2014/main" id="{3BB8027A-F3A6-4320-8CD5-B68C44A1CD1C}"/>
              </a:ext>
            </a:extLst>
          </p:cNvPr>
          <p:cNvSpPr txBox="1"/>
          <p:nvPr/>
        </p:nvSpPr>
        <p:spPr>
          <a:xfrm>
            <a:off x="1532965" y="4756663"/>
            <a:ext cx="4141694" cy="584775"/>
          </a:xfrm>
          <a:prstGeom prst="rect">
            <a:avLst/>
          </a:prstGeom>
          <a:noFill/>
        </p:spPr>
        <p:txBody>
          <a:bodyPr wrap="square" rtlCol="0">
            <a:spAutoFit/>
          </a:bodyPr>
          <a:lstStyle/>
          <a:p>
            <a:pPr lvl="0" defTabSz="914400" eaLnBrk="0" fontAlgn="base" hangingPunct="0">
              <a:spcBef>
                <a:spcPct val="0"/>
              </a:spcBef>
              <a:spcAft>
                <a:spcPct val="0"/>
              </a:spcAft>
              <a:buFontTx/>
              <a:buChar char="•"/>
            </a:pPr>
            <a:r>
              <a:rPr lang="en-US" altLang="en-US" sz="1600" dirty="0">
                <a:latin typeface="Times New Roman" panose="02020603050405020304" pitchFamily="18" charset="0"/>
                <a:cs typeface="Times New Roman" panose="02020603050405020304" pitchFamily="18" charset="0"/>
              </a:rPr>
              <a:t>Should Social Media be regulated more strictly</a:t>
            </a:r>
          </a:p>
          <a:p>
            <a:pPr lvl="0" defTabSz="914400" eaLnBrk="0" fontAlgn="base" hangingPunct="0">
              <a:spcBef>
                <a:spcPct val="0"/>
              </a:spcBef>
              <a:spcAft>
                <a:spcPct val="0"/>
              </a:spcAft>
              <a:buFontTx/>
              <a:buChar char="•"/>
            </a:pPr>
            <a:r>
              <a:rPr lang="en-US" altLang="en-US" sz="1600" dirty="0">
                <a:latin typeface="Times New Roman" panose="02020603050405020304" pitchFamily="18" charset="0"/>
                <a:cs typeface="Times New Roman" panose="02020603050405020304" pitchFamily="18" charset="0"/>
              </a:rPr>
              <a:t>Is homework beneficial for students</a:t>
            </a:r>
          </a:p>
        </p:txBody>
      </p:sp>
    </p:spTree>
    <p:extLst>
      <p:ext uri="{BB962C8B-B14F-4D97-AF65-F5344CB8AC3E}">
        <p14:creationId xmlns:p14="http://schemas.microsoft.com/office/powerpoint/2010/main" val="1940523023"/>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Argumentative Essay</a:t>
            </a:r>
          </a:p>
        </p:txBody>
      </p:sp>
      <p:sp>
        <p:nvSpPr>
          <p:cNvPr id="3" name="Rectangle 2">
            <a:extLst>
              <a:ext uri="{FF2B5EF4-FFF2-40B4-BE49-F238E27FC236}">
                <a16:creationId xmlns:a16="http://schemas.microsoft.com/office/drawing/2014/main" id="{0C809D68-D300-4B9A-AFCA-3BD087FB7C0A}"/>
              </a:ext>
            </a:extLst>
          </p:cNvPr>
          <p:cNvSpPr/>
          <p:nvPr/>
        </p:nvSpPr>
        <p:spPr>
          <a:xfrm>
            <a:off x="1532965" y="2551835"/>
            <a:ext cx="9363633" cy="1938992"/>
          </a:xfrm>
          <a:prstGeom prst="rect">
            <a:avLst/>
          </a:prstGeom>
        </p:spPr>
        <p:txBody>
          <a:bodyPr wrap="square">
            <a:spAutoFit/>
          </a:bodyPr>
          <a:lstStyle/>
          <a:p>
            <a:pPr marL="285750" indent="-285750" algn="just">
              <a:buFont typeface="Wingdings" panose="05000000000000000000" pitchFamily="2" charset="2"/>
              <a:buChar char="Ø"/>
            </a:pPr>
            <a:r>
              <a:rPr lang="en-US" sz="2400" dirty="0"/>
              <a:t>An argumentative essay is a type of writing where the writer takes a strong stance on a specific issue and tries to convince the reader to agree with that viewpoint. It presents clear arguments, supports them with evidence like facts, examples, or research, and often addresses opposing views to show why the writer’s opinion is stronger.</a:t>
            </a:r>
          </a:p>
        </p:txBody>
      </p:sp>
      <p:sp>
        <p:nvSpPr>
          <p:cNvPr id="4" name="TextBox 3">
            <a:extLst>
              <a:ext uri="{FF2B5EF4-FFF2-40B4-BE49-F238E27FC236}">
                <a16:creationId xmlns:a16="http://schemas.microsoft.com/office/drawing/2014/main" id="{E457EB89-D417-48E6-BDA7-E0C028E5107B}"/>
              </a:ext>
            </a:extLst>
          </p:cNvPr>
          <p:cNvSpPr txBox="1"/>
          <p:nvPr/>
        </p:nvSpPr>
        <p:spPr>
          <a:xfrm>
            <a:off x="1532965" y="4756663"/>
            <a:ext cx="4141694" cy="584775"/>
          </a:xfrm>
          <a:prstGeom prst="rect">
            <a:avLst/>
          </a:prstGeom>
          <a:noFill/>
        </p:spPr>
        <p:txBody>
          <a:bodyPr wrap="square" rtlCol="0">
            <a:spAutoFit/>
          </a:bodyPr>
          <a:lstStyle/>
          <a:p>
            <a:pPr lvl="0" defTabSz="914400" eaLnBrk="0" fontAlgn="base" hangingPunct="0">
              <a:spcBef>
                <a:spcPct val="0"/>
              </a:spcBef>
              <a:spcAft>
                <a:spcPct val="0"/>
              </a:spcAft>
              <a:buFontTx/>
              <a:buChar char="•"/>
            </a:pPr>
            <a:r>
              <a:rPr lang="en-US" altLang="en-US" sz="1600" dirty="0">
                <a:latin typeface="Times New Roman" panose="02020603050405020304" pitchFamily="18" charset="0"/>
                <a:cs typeface="Times New Roman" panose="02020603050405020304" pitchFamily="18" charset="0"/>
              </a:rPr>
              <a:t>School uniform should be mandatory</a:t>
            </a:r>
          </a:p>
          <a:p>
            <a:pPr lvl="0" defTabSz="914400" eaLnBrk="0" fontAlgn="base" hangingPunct="0">
              <a:spcBef>
                <a:spcPct val="0"/>
              </a:spcBef>
              <a:spcAft>
                <a:spcPct val="0"/>
              </a:spcAft>
              <a:buFontTx/>
              <a:buChar char="•"/>
            </a:pPr>
            <a:r>
              <a:rPr lang="en-US" altLang="en-US" sz="1600" dirty="0">
                <a:latin typeface="Times New Roman" panose="02020603050405020304" pitchFamily="18" charset="0"/>
                <a:cs typeface="Times New Roman" panose="02020603050405020304" pitchFamily="18" charset="0"/>
              </a:rPr>
              <a:t>Social Media does more harm </a:t>
            </a:r>
            <a:r>
              <a:rPr lang="en-US" altLang="en-US" sz="1600">
                <a:latin typeface="Times New Roman" panose="02020603050405020304" pitchFamily="18" charset="0"/>
                <a:cs typeface="Times New Roman" panose="02020603050405020304" pitchFamily="18" charset="0"/>
              </a:rPr>
              <a:t>than good</a:t>
            </a:r>
            <a:endParaRPr lang="en-US" altLang="en-US"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5163052"/>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descr="Close-up of books on shelves with more books blurred in foreground and background"/>
          <p:cNvPicPr>
            <a:picLocks noGrp="1" noChangeAspect="1"/>
          </p:cNvPicPr>
          <p:nvPr>
            <p:ph type="pic" idx="1"/>
          </p:nvPr>
        </p:nvPicPr>
        <p:blipFill>
          <a:blip r:embed="rId2" cstate="print">
            <a:extLst>
              <a:ext uri="{28A0092B-C50C-407E-A947-70E740481C1C}">
                <a14:useLocalDpi xmlns:a14="http://schemas.microsoft.com/office/drawing/2010/main" val="0"/>
              </a:ext>
            </a:extLst>
          </a:blip>
          <a:srcRect l="28632" r="28632"/>
          <a:stretch>
            <a:fillRect/>
          </a:stretch>
        </p:blipFill>
        <p:spPr/>
      </p:pic>
      <p:sp>
        <p:nvSpPr>
          <p:cNvPr id="7" name="TextBox 6">
            <a:extLst>
              <a:ext uri="{FF2B5EF4-FFF2-40B4-BE49-F238E27FC236}">
                <a16:creationId xmlns:a16="http://schemas.microsoft.com/office/drawing/2014/main" id="{7CFF2E79-A12B-4405-A6C8-5488BA6A1000}"/>
              </a:ext>
            </a:extLst>
          </p:cNvPr>
          <p:cNvSpPr txBox="1"/>
          <p:nvPr/>
        </p:nvSpPr>
        <p:spPr>
          <a:xfrm>
            <a:off x="2376836" y="977152"/>
            <a:ext cx="4078941" cy="769441"/>
          </a:xfrm>
          <a:prstGeom prst="rect">
            <a:avLst/>
          </a:prstGeom>
          <a:noFill/>
        </p:spPr>
        <p:txBody>
          <a:bodyPr wrap="square" rtlCol="0">
            <a:spAutoFit/>
          </a:bodyPr>
          <a:lstStyle/>
          <a:p>
            <a:pPr algn="ctr"/>
            <a:r>
              <a:rPr lang="en-US" sz="4400" dirty="0"/>
              <a:t>Good Essay</a:t>
            </a:r>
          </a:p>
        </p:txBody>
      </p:sp>
      <p:sp>
        <p:nvSpPr>
          <p:cNvPr id="16" name="Rectangle 1">
            <a:extLst>
              <a:ext uri="{FF2B5EF4-FFF2-40B4-BE49-F238E27FC236}">
                <a16:creationId xmlns:a16="http://schemas.microsoft.com/office/drawing/2014/main" id="{E6B7F66B-E076-4E09-B04B-A9869CBF0730}"/>
              </a:ext>
            </a:extLst>
          </p:cNvPr>
          <p:cNvSpPr>
            <a:spLocks noGrp="1" noChangeArrowheads="1"/>
          </p:cNvSpPr>
          <p:nvPr>
            <p:ph type="title"/>
          </p:nvPr>
        </p:nvSpPr>
        <p:spPr bwMode="auto">
          <a:xfrm>
            <a:off x="1295398" y="1843376"/>
            <a:ext cx="6351495"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Thesis Statement</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Introduction</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Body Paragraphs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Coherence and Flow</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Supporting Details</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Conclusion</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Language and Grammar</a:t>
            </a: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Originality</a:t>
            </a:r>
          </a:p>
        </p:txBody>
      </p:sp>
    </p:spTree>
    <p:extLst>
      <p:ext uri="{BB962C8B-B14F-4D97-AF65-F5344CB8AC3E}">
        <p14:creationId xmlns:p14="http://schemas.microsoft.com/office/powerpoint/2010/main" val="3683544629"/>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D8659-55B2-46A7-80F9-E9D5590F9B1D}"/>
              </a:ext>
            </a:extLst>
          </p:cNvPr>
          <p:cNvSpPr>
            <a:spLocks noGrp="1"/>
          </p:cNvSpPr>
          <p:nvPr>
            <p:ph type="ctrTitle"/>
          </p:nvPr>
        </p:nvSpPr>
        <p:spPr/>
        <p:txBody>
          <a:bodyPr/>
          <a:lstStyle/>
          <a:p>
            <a:r>
              <a:rPr lang="en-US" dirty="0"/>
              <a:t>Thank You</a:t>
            </a:r>
          </a:p>
        </p:txBody>
      </p:sp>
    </p:spTree>
    <p:extLst>
      <p:ext uri="{BB962C8B-B14F-4D97-AF65-F5344CB8AC3E}">
        <p14:creationId xmlns:p14="http://schemas.microsoft.com/office/powerpoint/2010/main" val="474377235"/>
      </p:ext>
    </p:extLst>
  </p:cSld>
  <p:clrMapOvr>
    <a:masterClrMapping/>
  </p:clrMapOvr>
  <p:transition spd="slow">
    <p:push dir="u"/>
  </p:transition>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APDescription xmlns="4873beb7-5857-4685-be1f-d57550cc96cc" xsi:nil="true"/>
    <AssetExpire xmlns="4873beb7-5857-4685-be1f-d57550cc96cc">2029-01-01T08:00:00+00:00</AssetExpire>
    <CampaignTagsTaxHTField0 xmlns="4873beb7-5857-4685-be1f-d57550cc96cc">
      <Terms xmlns="http://schemas.microsoft.com/office/infopath/2007/PartnerControls"/>
    </CampaignTagsTaxHTField0>
    <IntlLangReviewDate xmlns="4873beb7-5857-4685-be1f-d57550cc96cc" xsi:nil="true"/>
    <TPFriendlyName xmlns="4873beb7-5857-4685-be1f-d57550cc96cc" xsi:nil="true"/>
    <IntlLangReview xmlns="4873beb7-5857-4685-be1f-d57550cc96cc">false</IntlLangReview>
    <LocLastLocAttemptVersionLookup xmlns="4873beb7-5857-4685-be1f-d57550cc96cc">855024</LocLastLocAttemptVersionLookup>
    <PolicheckWords xmlns="4873beb7-5857-4685-be1f-d57550cc96cc" xsi:nil="true"/>
    <SubmitterId xmlns="4873beb7-5857-4685-be1f-d57550cc96cc" xsi:nil="true"/>
    <AcquiredFrom xmlns="4873beb7-5857-4685-be1f-d57550cc96cc">Internal MS</AcquiredFrom>
    <EditorialStatus xmlns="4873beb7-5857-4685-be1f-d57550cc96cc">Complete</EditorialStatus>
    <Markets xmlns="4873beb7-5857-4685-be1f-d57550cc96cc"/>
    <OriginAsset xmlns="4873beb7-5857-4685-be1f-d57550cc96cc" xsi:nil="true"/>
    <AssetStart xmlns="4873beb7-5857-4685-be1f-d57550cc96cc">2012-08-31T08:50:00+00:00</AssetStart>
    <FriendlyTitle xmlns="4873beb7-5857-4685-be1f-d57550cc96cc" xsi:nil="true"/>
    <MarketSpecific xmlns="4873beb7-5857-4685-be1f-d57550cc96cc">false</MarketSpecific>
    <TPNamespace xmlns="4873beb7-5857-4685-be1f-d57550cc96cc" xsi:nil="true"/>
    <PublishStatusLookup xmlns="4873beb7-5857-4685-be1f-d57550cc96cc">
      <Value>1616423</Value>
    </PublishStatusLookup>
    <APAuthor xmlns="4873beb7-5857-4685-be1f-d57550cc96cc">
      <UserInfo>
        <DisplayName>REDMOND\kristaa</DisplayName>
        <AccountId>136</AccountId>
        <AccountType/>
      </UserInfo>
    </APAuthor>
    <TPCommandLine xmlns="4873beb7-5857-4685-be1f-d57550cc96cc" xsi:nil="true"/>
    <IntlLangReviewer xmlns="4873beb7-5857-4685-be1f-d57550cc96cc" xsi:nil="true"/>
    <OpenTemplate xmlns="4873beb7-5857-4685-be1f-d57550cc96cc">true</OpenTemplate>
    <CSXSubmissionDate xmlns="4873beb7-5857-4685-be1f-d57550cc96cc" xsi:nil="true"/>
    <TaxCatchAll xmlns="4873beb7-5857-4685-be1f-d57550cc96cc"/>
    <Manager xmlns="4873beb7-5857-4685-be1f-d57550cc96cc" xsi:nil="true"/>
    <NumericId xmlns="4873beb7-5857-4685-be1f-d57550cc96cc" xsi:nil="true"/>
    <ParentAssetId xmlns="4873beb7-5857-4685-be1f-d57550cc96cc" xsi:nil="true"/>
    <OriginalSourceMarket xmlns="4873beb7-5857-4685-be1f-d57550cc96cc" xsi:nil="true"/>
    <ApprovalStatus xmlns="4873beb7-5857-4685-be1f-d57550cc96cc">InProgress</ApprovalStatus>
    <TPComponent xmlns="4873beb7-5857-4685-be1f-d57550cc96cc" xsi:nil="true"/>
    <EditorialTags xmlns="4873beb7-5857-4685-be1f-d57550cc96cc" xsi:nil="true"/>
    <TPExecutable xmlns="4873beb7-5857-4685-be1f-d57550cc96cc" xsi:nil="true"/>
    <TPLaunchHelpLink xmlns="4873beb7-5857-4685-be1f-d57550cc96cc" xsi:nil="true"/>
    <LocComments xmlns="4873beb7-5857-4685-be1f-d57550cc96cc" xsi:nil="true"/>
    <LocRecommendedHandoff xmlns="4873beb7-5857-4685-be1f-d57550cc96cc" xsi:nil="true"/>
    <SourceTitle xmlns="4873beb7-5857-4685-be1f-d57550cc96cc" xsi:nil="true"/>
    <CSXUpdate xmlns="4873beb7-5857-4685-be1f-d57550cc96cc">false</CSXUpdate>
    <IntlLocPriority xmlns="4873beb7-5857-4685-be1f-d57550cc96cc" xsi:nil="true"/>
    <UAProjectedTotalWords xmlns="4873beb7-5857-4685-be1f-d57550cc96cc" xsi:nil="true"/>
    <AssetType xmlns="4873beb7-5857-4685-be1f-d57550cc96cc">TP</AssetType>
    <MachineTranslated xmlns="4873beb7-5857-4685-be1f-d57550cc96cc">false</MachineTranslated>
    <OutputCachingOn xmlns="4873beb7-5857-4685-be1f-d57550cc96cc">false</OutputCachingOn>
    <TemplateStatus xmlns="4873beb7-5857-4685-be1f-d57550cc96cc">Complete</TemplateStatus>
    <IsSearchable xmlns="4873beb7-5857-4685-be1f-d57550cc96cc">true</IsSearchable>
    <ContentItem xmlns="4873beb7-5857-4685-be1f-d57550cc96cc" xsi:nil="true"/>
    <HandoffToMSDN xmlns="4873beb7-5857-4685-be1f-d57550cc96cc" xsi:nil="true"/>
    <ShowIn xmlns="4873beb7-5857-4685-be1f-d57550cc96cc">Show everywhere</ShowIn>
    <ThumbnailAssetId xmlns="4873beb7-5857-4685-be1f-d57550cc96cc" xsi:nil="true"/>
    <UALocComments xmlns="4873beb7-5857-4685-be1f-d57550cc96cc" xsi:nil="true"/>
    <UALocRecommendation xmlns="4873beb7-5857-4685-be1f-d57550cc96cc">Localize</UALocRecommendation>
    <LastModifiedDateTime xmlns="4873beb7-5857-4685-be1f-d57550cc96cc" xsi:nil="true"/>
    <LegacyData xmlns="4873beb7-5857-4685-be1f-d57550cc96cc" xsi:nil="true"/>
    <LocManualTestRequired xmlns="4873beb7-5857-4685-be1f-d57550cc96cc">false</LocManualTestRequired>
    <LocMarketGroupTiers2 xmlns="4873beb7-5857-4685-be1f-d57550cc96cc" xsi:nil="true"/>
    <ClipArtFilename xmlns="4873beb7-5857-4685-be1f-d57550cc96cc" xsi:nil="true"/>
    <TPApplication xmlns="4873beb7-5857-4685-be1f-d57550cc96cc" xsi:nil="true"/>
    <CSXHash xmlns="4873beb7-5857-4685-be1f-d57550cc96cc" xsi:nil="true"/>
    <DirectSourceMarket xmlns="4873beb7-5857-4685-be1f-d57550cc96cc" xsi:nil="true"/>
    <PrimaryImageGen xmlns="4873beb7-5857-4685-be1f-d57550cc96cc">true</PrimaryImageGen>
    <PlannedPubDate xmlns="4873beb7-5857-4685-be1f-d57550cc96cc" xsi:nil="true"/>
    <CSXSubmissionMarket xmlns="4873beb7-5857-4685-be1f-d57550cc96cc" xsi:nil="true"/>
    <Downloads xmlns="4873beb7-5857-4685-be1f-d57550cc96cc">0</Downloads>
    <ArtSampleDocs xmlns="4873beb7-5857-4685-be1f-d57550cc96cc" xsi:nil="true"/>
    <TrustLevel xmlns="4873beb7-5857-4685-be1f-d57550cc96cc">1 Microsoft Managed Content</TrustLevel>
    <BlockPublish xmlns="4873beb7-5857-4685-be1f-d57550cc96cc">false</BlockPublish>
    <TPLaunchHelpLinkType xmlns="4873beb7-5857-4685-be1f-d57550cc96cc">Template</TPLaunchHelpLinkType>
    <LocalizationTagsTaxHTField0 xmlns="4873beb7-5857-4685-be1f-d57550cc96cc">
      <Terms xmlns="http://schemas.microsoft.com/office/infopath/2007/PartnerControls"/>
    </LocalizationTagsTaxHTField0>
    <BusinessGroup xmlns="4873beb7-5857-4685-be1f-d57550cc96cc" xsi:nil="true"/>
    <Providers xmlns="4873beb7-5857-4685-be1f-d57550cc96cc" xsi:nil="true"/>
    <TemplateTemplateType xmlns="4873beb7-5857-4685-be1f-d57550cc96cc">PowerPoint Presentation Template</TemplateTemplateType>
    <TimesCloned xmlns="4873beb7-5857-4685-be1f-d57550cc96cc" xsi:nil="true"/>
    <TPAppVersion xmlns="4873beb7-5857-4685-be1f-d57550cc96cc" xsi:nil="true"/>
    <VoteCount xmlns="4873beb7-5857-4685-be1f-d57550cc96cc" xsi:nil="true"/>
    <AverageRating xmlns="4873beb7-5857-4685-be1f-d57550cc96cc" xsi:nil="true"/>
    <FeatureTagsTaxHTField0 xmlns="4873beb7-5857-4685-be1f-d57550cc96cc">
      <Terms xmlns="http://schemas.microsoft.com/office/infopath/2007/PartnerControls"/>
    </FeatureTagsTaxHTField0>
    <Provider xmlns="4873beb7-5857-4685-be1f-d57550cc96cc" xsi:nil="true"/>
    <UACurrentWords xmlns="4873beb7-5857-4685-be1f-d57550cc96cc" xsi:nil="true"/>
    <AssetId xmlns="4873beb7-5857-4685-be1f-d57550cc96cc">TP103431361</AssetId>
    <TPClientViewer xmlns="4873beb7-5857-4685-be1f-d57550cc96cc" xsi:nil="true"/>
    <DSATActionTaken xmlns="4873beb7-5857-4685-be1f-d57550cc96cc" xsi:nil="true"/>
    <APEditor xmlns="4873beb7-5857-4685-be1f-d57550cc96cc">
      <UserInfo>
        <DisplayName/>
        <AccountId xsi:nil="true"/>
        <AccountType/>
      </UserInfo>
    </APEditor>
    <TPInstallLocation xmlns="4873beb7-5857-4685-be1f-d57550cc96cc" xsi:nil="true"/>
    <OOCacheId xmlns="4873beb7-5857-4685-be1f-d57550cc96cc" xsi:nil="true"/>
    <IsDeleted xmlns="4873beb7-5857-4685-be1f-d57550cc96cc">false</IsDeleted>
    <PublishTargets xmlns="4873beb7-5857-4685-be1f-d57550cc96cc">OfficeOnlineVNext</PublishTargets>
    <ApprovalLog xmlns="4873beb7-5857-4685-be1f-d57550cc96cc" xsi:nil="true"/>
    <BugNumber xmlns="4873beb7-5857-4685-be1f-d57550cc96cc" xsi:nil="true"/>
    <CrawlForDependencies xmlns="4873beb7-5857-4685-be1f-d57550cc96cc">false</CrawlForDependencies>
    <InternalTagsTaxHTField0 xmlns="4873beb7-5857-4685-be1f-d57550cc96cc">
      <Terms xmlns="http://schemas.microsoft.com/office/infopath/2007/PartnerControls"/>
    </InternalTagsTaxHTField0>
    <LastHandOff xmlns="4873beb7-5857-4685-be1f-d57550cc96cc" xsi:nil="true"/>
    <Milestone xmlns="4873beb7-5857-4685-be1f-d57550cc96cc" xsi:nil="true"/>
    <OriginalRelease xmlns="4873beb7-5857-4685-be1f-d57550cc96cc">15</OriginalRelease>
    <RecommendationsModifier xmlns="4873beb7-5857-4685-be1f-d57550cc96cc" xsi:nil="true"/>
    <ScenarioTagsTaxHTField0 xmlns="4873beb7-5857-4685-be1f-d57550cc96cc">
      <Terms xmlns="http://schemas.microsoft.com/office/infopath/2007/PartnerControls"/>
    </ScenarioTagsTaxHTField0>
    <UANotes xmlns="4873beb7-5857-4685-be1f-d57550cc96cc" xsi:nil="true"/>
  </documentManagement>
</p:properties>
</file>

<file path=customXml/itemProps1.xml><?xml version="1.0" encoding="utf-8"?>
<ds:datastoreItem xmlns:ds="http://schemas.openxmlformats.org/officeDocument/2006/customXml" ds:itemID="{561E720F-F05D-4536-9C34-0CFCED65D3B7}">
  <ds:schemaRefs>
    <ds:schemaRef ds:uri="http://schemas.microsoft.com/sharepoint/v3/contenttype/forms"/>
  </ds:schemaRefs>
</ds:datastoreItem>
</file>

<file path=customXml/itemProps2.xml><?xml version="1.0" encoding="utf-8"?>
<ds:datastoreItem xmlns:ds="http://schemas.openxmlformats.org/officeDocument/2006/customXml" ds:itemID="{28C8B9CA-0273-4370-889A-FC05DA5C2FA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CDDBB83-77C1-4099-A0AA-289882E745E2}">
  <ds:schemaRefs>
    <ds:schemaRef ds:uri="http://schemas.microsoft.com/office/infopath/2007/PartnerControls"/>
    <ds:schemaRef ds:uri="http://schemas.openxmlformats.org/package/2006/metadata/core-properties"/>
    <ds:schemaRef ds:uri="http://www.w3.org/XML/1998/namespace"/>
    <ds:schemaRef ds:uri="http://schemas.microsoft.com/office/2006/documentManagement/types"/>
    <ds:schemaRef ds:uri="http://purl.org/dc/dcmitype/"/>
    <ds:schemaRef ds:uri="http://purl.org/dc/terms/"/>
    <ds:schemaRef ds:uri="http://purl.org/dc/elements/1.1/"/>
    <ds:schemaRef ds:uri="4873beb7-5857-4685-be1f-d57550cc96cc"/>
    <ds:schemaRef ds:uri="http://schemas.microsoft.com/office/2006/metadata/properties"/>
  </ds:schemaRefs>
</ds:datastoreItem>
</file>

<file path=docProps/app.xml><?xml version="1.0" encoding="utf-8"?>
<Properties xmlns="http://schemas.openxmlformats.org/officeDocument/2006/extended-properties" xmlns:vt="http://schemas.openxmlformats.org/officeDocument/2006/docPropsVTypes">
  <Template>Organic</Template>
  <TotalTime>104</TotalTime>
  <Words>553</Words>
  <Application>Microsoft Office PowerPoint</Application>
  <PresentationFormat>Widescreen</PresentationFormat>
  <Paragraphs>54</Paragraphs>
  <Slides>13</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Arial</vt:lpstr>
      <vt:lpstr>Euphemia</vt:lpstr>
      <vt:lpstr>Garamond</vt:lpstr>
      <vt:lpstr>Times New Roman</vt:lpstr>
      <vt:lpstr>Wingdings</vt:lpstr>
      <vt:lpstr>Organic</vt:lpstr>
      <vt:lpstr>PowerPoint Presentation</vt:lpstr>
      <vt:lpstr>ESSAY wRITING</vt:lpstr>
      <vt:lpstr>Presented By</vt:lpstr>
      <vt:lpstr>Introduction</vt:lpstr>
      <vt:lpstr>Structure of Essay</vt:lpstr>
      <vt:lpstr>Types of an Essay</vt:lpstr>
      <vt:lpstr>Descriptive Essay</vt:lpstr>
      <vt:lpstr>Compare and Contrast Essay</vt:lpstr>
      <vt:lpstr>Narrative Essay</vt:lpstr>
      <vt:lpstr>Discursive Essay</vt:lpstr>
      <vt:lpstr>Argumentative Essay</vt:lpstr>
      <vt:lpstr>Thesis Statement Introduction Body Paragraphs Coherence and Flow Supporting Details Conclusion Language and Grammar Originality</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Dell</cp:lastModifiedBy>
  <cp:revision>11</cp:revision>
  <dcterms:created xsi:type="dcterms:W3CDTF">2025-05-24T08:02:12Z</dcterms:created>
  <dcterms:modified xsi:type="dcterms:W3CDTF">2025-06-09T05:39:24Z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0x0101006EDDDB5EE6D98C44930B742096920B300400F5B6D36B3EF94B4E9A635CDF2A18F5B8</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